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5" r:id="rId3"/>
    <p:sldId id="278" r:id="rId4"/>
    <p:sldId id="276" r:id="rId5"/>
    <p:sldId id="277" r:id="rId6"/>
    <p:sldId id="283" r:id="rId7"/>
    <p:sldId id="282" r:id="rId8"/>
    <p:sldId id="274" r:id="rId9"/>
    <p:sldId id="263" r:id="rId10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3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4AD2E-84D1-4B44-AB26-95E106B2FBBB}" v="5" dt="2026-03-13T13:46:52.931"/>
    <p1510:client id="{CD12B336-FE8D-4E6D-8DF7-000C5021ADDC}" v="8" dt="2026-03-13T11:55:18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987" autoAdjust="0"/>
  </p:normalViewPr>
  <p:slideViewPr>
    <p:cSldViewPr snapToGrid="0" snapToObjects="1">
      <p:cViewPr varScale="1">
        <p:scale>
          <a:sx n="106" d="100"/>
          <a:sy n="106" d="100"/>
        </p:scale>
        <p:origin x="2454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8" d="100"/>
        <a:sy n="158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-3846" y="-12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eck" userId="4bb5f5f4-3b99-4404-9b08-cae7dcb06df5" providerId="ADAL" clId="{788AE317-007A-4BC6-AC7E-EF654FEE4E3C}"/>
    <pc:docChg chg="modSld">
      <pc:chgData name="Andrew Peck" userId="4bb5f5f4-3b99-4404-9b08-cae7dcb06df5" providerId="ADAL" clId="{788AE317-007A-4BC6-AC7E-EF654FEE4E3C}" dt="2026-03-13T13:46:59.432" v="98" actId="6549"/>
      <pc:docMkLst>
        <pc:docMk/>
      </pc:docMkLst>
      <pc:sldChg chg="modSp mod">
        <pc:chgData name="Andrew Peck" userId="4bb5f5f4-3b99-4404-9b08-cae7dcb06df5" providerId="ADAL" clId="{788AE317-007A-4BC6-AC7E-EF654FEE4E3C}" dt="2026-03-13T13:01:29.388" v="28" actId="20577"/>
        <pc:sldMkLst>
          <pc:docMk/>
          <pc:sldMk cId="2191001994" sldId="256"/>
        </pc:sldMkLst>
        <pc:spChg chg="mod">
          <ac:chgData name="Andrew Peck" userId="4bb5f5f4-3b99-4404-9b08-cae7dcb06df5" providerId="ADAL" clId="{788AE317-007A-4BC6-AC7E-EF654FEE4E3C}" dt="2026-03-13T13:01:29.388" v="28" actId="20577"/>
          <ac:spMkLst>
            <pc:docMk/>
            <pc:sldMk cId="2191001994" sldId="256"/>
            <ac:spMk id="5" creationId="{00000000-0000-0000-0000-000000000000}"/>
          </ac:spMkLst>
        </pc:spChg>
      </pc:sldChg>
      <pc:sldChg chg="modAnim">
        <pc:chgData name="Andrew Peck" userId="4bb5f5f4-3b99-4404-9b08-cae7dcb06df5" providerId="ADAL" clId="{788AE317-007A-4BC6-AC7E-EF654FEE4E3C}" dt="2026-03-13T13:02:07.465" v="29"/>
        <pc:sldMkLst>
          <pc:docMk/>
          <pc:sldMk cId="541168197" sldId="278"/>
        </pc:sldMkLst>
      </pc:sldChg>
      <pc:sldChg chg="modSp mod">
        <pc:chgData name="Andrew Peck" userId="4bb5f5f4-3b99-4404-9b08-cae7dcb06df5" providerId="ADAL" clId="{788AE317-007A-4BC6-AC7E-EF654FEE4E3C}" dt="2026-03-13T13:46:59.432" v="98" actId="6549"/>
        <pc:sldMkLst>
          <pc:docMk/>
          <pc:sldMk cId="797894475" sldId="282"/>
        </pc:sldMkLst>
        <pc:spChg chg="mod">
          <ac:chgData name="Andrew Peck" userId="4bb5f5f4-3b99-4404-9b08-cae7dcb06df5" providerId="ADAL" clId="{788AE317-007A-4BC6-AC7E-EF654FEE4E3C}" dt="2026-03-13T13:46:59.432" v="98" actId="6549"/>
          <ac:spMkLst>
            <pc:docMk/>
            <pc:sldMk cId="797894475" sldId="282"/>
            <ac:spMk id="3" creationId="{4270CC64-4BEF-7FB4-E503-46589C879513}"/>
          </ac:spMkLst>
        </pc:spChg>
      </pc:sldChg>
    </pc:docChg>
  </pc:docChgLst>
  <pc:docChgLst>
    <pc:chgData name="Andrew Peck" userId="4bb5f5f4-3b99-4404-9b08-cae7dcb06df5" providerId="ADAL" clId="{9D56E95F-BED3-4B0C-8D4C-CB7DDB53631A}"/>
    <pc:docChg chg="custSel addSld delSld modSld sldOrd">
      <pc:chgData name="Andrew Peck" userId="4bb5f5f4-3b99-4404-9b08-cae7dcb06df5" providerId="ADAL" clId="{9D56E95F-BED3-4B0C-8D4C-CB7DDB53631A}" dt="2026-03-13T11:56:26.700" v="842" actId="20577"/>
      <pc:docMkLst>
        <pc:docMk/>
      </pc:docMkLst>
      <pc:sldChg chg="del">
        <pc:chgData name="Andrew Peck" userId="4bb5f5f4-3b99-4404-9b08-cae7dcb06df5" providerId="ADAL" clId="{9D56E95F-BED3-4B0C-8D4C-CB7DDB53631A}" dt="2026-03-13T11:43:13.651" v="0" actId="47"/>
        <pc:sldMkLst>
          <pc:docMk/>
          <pc:sldMk cId="2703417268" sldId="272"/>
        </pc:sldMkLst>
      </pc:sldChg>
      <pc:sldChg chg="del">
        <pc:chgData name="Andrew Peck" userId="4bb5f5f4-3b99-4404-9b08-cae7dcb06df5" providerId="ADAL" clId="{9D56E95F-BED3-4B0C-8D4C-CB7DDB53631A}" dt="2026-03-13T11:43:13.651" v="0" actId="47"/>
        <pc:sldMkLst>
          <pc:docMk/>
          <pc:sldMk cId="2367367292" sldId="273"/>
        </pc:sldMkLst>
      </pc:sldChg>
      <pc:sldChg chg="modSp mod">
        <pc:chgData name="Andrew Peck" userId="4bb5f5f4-3b99-4404-9b08-cae7dcb06df5" providerId="ADAL" clId="{9D56E95F-BED3-4B0C-8D4C-CB7DDB53631A}" dt="2026-03-13T11:44:19.694" v="312" actId="20577"/>
        <pc:sldMkLst>
          <pc:docMk/>
          <pc:sldMk cId="918596495" sldId="275"/>
        </pc:sldMkLst>
        <pc:spChg chg="mod">
          <ac:chgData name="Andrew Peck" userId="4bb5f5f4-3b99-4404-9b08-cae7dcb06df5" providerId="ADAL" clId="{9D56E95F-BED3-4B0C-8D4C-CB7DDB53631A}" dt="2026-03-13T11:43:49.669" v="150" actId="20577"/>
          <ac:spMkLst>
            <pc:docMk/>
            <pc:sldMk cId="918596495" sldId="275"/>
            <ac:spMk id="4" creationId="{DFD48D19-AC1C-8206-A12A-ACBE608953F5}"/>
          </ac:spMkLst>
        </pc:spChg>
        <pc:spChg chg="mod">
          <ac:chgData name="Andrew Peck" userId="4bb5f5f4-3b99-4404-9b08-cae7dcb06df5" providerId="ADAL" clId="{9D56E95F-BED3-4B0C-8D4C-CB7DDB53631A}" dt="2026-03-13T11:44:19.694" v="312" actId="20577"/>
          <ac:spMkLst>
            <pc:docMk/>
            <pc:sldMk cId="918596495" sldId="275"/>
            <ac:spMk id="5" creationId="{317FC4F1-9C39-2538-C95D-C84011070D30}"/>
          </ac:spMkLst>
        </pc:spChg>
      </pc:sldChg>
      <pc:sldChg chg="modSp mod">
        <pc:chgData name="Andrew Peck" userId="4bb5f5f4-3b99-4404-9b08-cae7dcb06df5" providerId="ADAL" clId="{9D56E95F-BED3-4B0C-8D4C-CB7DDB53631A}" dt="2026-03-13T11:51:11.287" v="358" actId="27636"/>
        <pc:sldMkLst>
          <pc:docMk/>
          <pc:sldMk cId="3342162040" sldId="276"/>
        </pc:sldMkLst>
        <pc:spChg chg="mod">
          <ac:chgData name="Andrew Peck" userId="4bb5f5f4-3b99-4404-9b08-cae7dcb06df5" providerId="ADAL" clId="{9D56E95F-BED3-4B0C-8D4C-CB7DDB53631A}" dt="2026-03-13T11:51:11.287" v="358" actId="27636"/>
          <ac:spMkLst>
            <pc:docMk/>
            <pc:sldMk cId="3342162040" sldId="276"/>
            <ac:spMk id="3" creationId="{349CD726-83A6-B78D-560E-59CCF0DE047A}"/>
          </ac:spMkLst>
        </pc:spChg>
      </pc:sldChg>
      <pc:sldChg chg="addSp delSp modSp mod">
        <pc:chgData name="Andrew Peck" userId="4bb5f5f4-3b99-4404-9b08-cae7dcb06df5" providerId="ADAL" clId="{9D56E95F-BED3-4B0C-8D4C-CB7DDB53631A}" dt="2026-03-13T11:52:42.407" v="628" actId="20577"/>
        <pc:sldMkLst>
          <pc:docMk/>
          <pc:sldMk cId="3605926496" sldId="277"/>
        </pc:sldMkLst>
        <pc:spChg chg="mod">
          <ac:chgData name="Andrew Peck" userId="4bb5f5f4-3b99-4404-9b08-cae7dcb06df5" providerId="ADAL" clId="{9D56E95F-BED3-4B0C-8D4C-CB7DDB53631A}" dt="2026-03-13T11:51:21.845" v="365" actId="20577"/>
          <ac:spMkLst>
            <pc:docMk/>
            <pc:sldMk cId="3605926496" sldId="277"/>
            <ac:spMk id="2" creationId="{813B24C0-A4E5-A13A-86FF-3FDB40D694BE}"/>
          </ac:spMkLst>
        </pc:spChg>
        <pc:spChg chg="add mod">
          <ac:chgData name="Andrew Peck" userId="4bb5f5f4-3b99-4404-9b08-cae7dcb06df5" providerId="ADAL" clId="{9D56E95F-BED3-4B0C-8D4C-CB7DDB53631A}" dt="2026-03-13T11:52:42.407" v="628" actId="20577"/>
          <ac:spMkLst>
            <pc:docMk/>
            <pc:sldMk cId="3605926496" sldId="277"/>
            <ac:spMk id="3" creationId="{0259FD6D-5A6A-86E0-B4EB-74986F322069}"/>
          </ac:spMkLst>
        </pc:spChg>
        <pc:picChg chg="del">
          <ac:chgData name="Andrew Peck" userId="4bb5f5f4-3b99-4404-9b08-cae7dcb06df5" providerId="ADAL" clId="{9D56E95F-BED3-4B0C-8D4C-CB7DDB53631A}" dt="2026-03-13T11:51:24.268" v="366" actId="478"/>
          <ac:picMkLst>
            <pc:docMk/>
            <pc:sldMk cId="3605926496" sldId="277"/>
            <ac:picMk id="5" creationId="{E7F85B1D-0615-5209-6BC2-4A68DA34F70D}"/>
          </ac:picMkLst>
        </pc:picChg>
      </pc:sldChg>
      <pc:sldChg chg="addSp delSp modSp mod ord">
        <pc:chgData name="Andrew Peck" userId="4bb5f5f4-3b99-4404-9b08-cae7dcb06df5" providerId="ADAL" clId="{9D56E95F-BED3-4B0C-8D4C-CB7DDB53631A}" dt="2026-03-13T11:54:13.175" v="673"/>
        <pc:sldMkLst>
          <pc:docMk/>
          <pc:sldMk cId="541168197" sldId="278"/>
        </pc:sldMkLst>
        <pc:spChg chg="mod">
          <ac:chgData name="Andrew Peck" userId="4bb5f5f4-3b99-4404-9b08-cae7dcb06df5" providerId="ADAL" clId="{9D56E95F-BED3-4B0C-8D4C-CB7DDB53631A}" dt="2026-03-13T11:53:02.677" v="663" actId="20577"/>
          <ac:spMkLst>
            <pc:docMk/>
            <pc:sldMk cId="541168197" sldId="278"/>
            <ac:spMk id="2" creationId="{E82B6080-1BD4-EAEF-C2CA-6CF57F17EE01}"/>
          </ac:spMkLst>
        </pc:spChg>
        <pc:spChg chg="add mod">
          <ac:chgData name="Andrew Peck" userId="4bb5f5f4-3b99-4404-9b08-cae7dcb06df5" providerId="ADAL" clId="{9D56E95F-BED3-4B0C-8D4C-CB7DDB53631A}" dt="2026-03-13T11:53:32.553" v="668" actId="20577"/>
          <ac:spMkLst>
            <pc:docMk/>
            <pc:sldMk cId="541168197" sldId="278"/>
            <ac:spMk id="3" creationId="{7646432F-2D64-E15B-0FAD-810DB9623C63}"/>
          </ac:spMkLst>
        </pc:spChg>
        <pc:spChg chg="del">
          <ac:chgData name="Andrew Peck" userId="4bb5f5f4-3b99-4404-9b08-cae7dcb06df5" providerId="ADAL" clId="{9D56E95F-BED3-4B0C-8D4C-CB7DDB53631A}" dt="2026-03-13T11:52:55.026" v="630" actId="478"/>
          <ac:spMkLst>
            <pc:docMk/>
            <pc:sldMk cId="541168197" sldId="278"/>
            <ac:spMk id="8" creationId="{C69DFA28-A5EE-2CEE-B79C-BF393ABD0DE9}"/>
          </ac:spMkLst>
        </pc:spChg>
        <pc:picChg chg="del">
          <ac:chgData name="Andrew Peck" userId="4bb5f5f4-3b99-4404-9b08-cae7dcb06df5" providerId="ADAL" clId="{9D56E95F-BED3-4B0C-8D4C-CB7DDB53631A}" dt="2026-03-13T11:52:53.082" v="629" actId="478"/>
          <ac:picMkLst>
            <pc:docMk/>
            <pc:sldMk cId="541168197" sldId="278"/>
            <ac:picMk id="5" creationId="{6B5AB11A-9223-4DE3-33DB-5282A3F9123E}"/>
          </ac:picMkLst>
        </pc:picChg>
        <pc:picChg chg="add mod">
          <ac:chgData name="Andrew Peck" userId="4bb5f5f4-3b99-4404-9b08-cae7dcb06df5" providerId="ADAL" clId="{9D56E95F-BED3-4B0C-8D4C-CB7DDB53631A}" dt="2026-03-13T11:54:09.070" v="671" actId="14100"/>
          <ac:picMkLst>
            <pc:docMk/>
            <pc:sldMk cId="541168197" sldId="278"/>
            <ac:picMk id="9" creationId="{8B7BCAFF-2DFB-FFD1-EDA8-6A7C66C9E81D}"/>
          </ac:picMkLst>
        </pc:picChg>
      </pc:sldChg>
      <pc:sldChg chg="del">
        <pc:chgData name="Andrew Peck" userId="4bb5f5f4-3b99-4404-9b08-cae7dcb06df5" providerId="ADAL" clId="{9D56E95F-BED3-4B0C-8D4C-CB7DDB53631A}" dt="2026-03-13T11:54:34.681" v="674" actId="47"/>
        <pc:sldMkLst>
          <pc:docMk/>
          <pc:sldMk cId="1607151541" sldId="279"/>
        </pc:sldMkLst>
      </pc:sldChg>
      <pc:sldChg chg="del">
        <pc:chgData name="Andrew Peck" userId="4bb5f5f4-3b99-4404-9b08-cae7dcb06df5" providerId="ADAL" clId="{9D56E95F-BED3-4B0C-8D4C-CB7DDB53631A}" dt="2026-03-13T11:54:34.681" v="674" actId="47"/>
        <pc:sldMkLst>
          <pc:docMk/>
          <pc:sldMk cId="3963320513" sldId="280"/>
        </pc:sldMkLst>
      </pc:sldChg>
      <pc:sldChg chg="del">
        <pc:chgData name="Andrew Peck" userId="4bb5f5f4-3b99-4404-9b08-cae7dcb06df5" providerId="ADAL" clId="{9D56E95F-BED3-4B0C-8D4C-CB7DDB53631A}" dt="2026-03-13T11:54:34.681" v="674" actId="47"/>
        <pc:sldMkLst>
          <pc:docMk/>
          <pc:sldMk cId="2611806588" sldId="281"/>
        </pc:sldMkLst>
      </pc:sldChg>
      <pc:sldChg chg="modSp mod">
        <pc:chgData name="Andrew Peck" userId="4bb5f5f4-3b99-4404-9b08-cae7dcb06df5" providerId="ADAL" clId="{9D56E95F-BED3-4B0C-8D4C-CB7DDB53631A}" dt="2026-03-13T11:56:26.700" v="842" actId="20577"/>
        <pc:sldMkLst>
          <pc:docMk/>
          <pc:sldMk cId="797894475" sldId="282"/>
        </pc:sldMkLst>
        <pc:spChg chg="mod">
          <ac:chgData name="Andrew Peck" userId="4bb5f5f4-3b99-4404-9b08-cae7dcb06df5" providerId="ADAL" clId="{9D56E95F-BED3-4B0C-8D4C-CB7DDB53631A}" dt="2026-03-13T11:56:26.700" v="842" actId="20577"/>
          <ac:spMkLst>
            <pc:docMk/>
            <pc:sldMk cId="797894475" sldId="282"/>
            <ac:spMk id="3" creationId="{4270CC64-4BEF-7FB4-E503-46589C879513}"/>
          </ac:spMkLst>
        </pc:spChg>
      </pc:sldChg>
      <pc:sldChg chg="del">
        <pc:chgData name="Andrew Peck" userId="4bb5f5f4-3b99-4404-9b08-cae7dcb06df5" providerId="ADAL" clId="{9D56E95F-BED3-4B0C-8D4C-CB7DDB53631A}" dt="2026-03-13T11:54:34.681" v="674" actId="47"/>
        <pc:sldMkLst>
          <pc:docMk/>
          <pc:sldMk cId="760747259" sldId="283"/>
        </pc:sldMkLst>
      </pc:sldChg>
      <pc:sldChg chg="modSp new mod">
        <pc:chgData name="Andrew Peck" userId="4bb5f5f4-3b99-4404-9b08-cae7dcb06df5" providerId="ADAL" clId="{9D56E95F-BED3-4B0C-8D4C-CB7DDB53631A}" dt="2026-03-13T11:56:01.048" v="770" actId="5793"/>
        <pc:sldMkLst>
          <pc:docMk/>
          <pc:sldMk cId="3845701024" sldId="283"/>
        </pc:sldMkLst>
        <pc:spChg chg="mod">
          <ac:chgData name="Andrew Peck" userId="4bb5f5f4-3b99-4404-9b08-cae7dcb06df5" providerId="ADAL" clId="{9D56E95F-BED3-4B0C-8D4C-CB7DDB53631A}" dt="2026-03-13T11:55:23.479" v="690" actId="20577"/>
          <ac:spMkLst>
            <pc:docMk/>
            <pc:sldMk cId="3845701024" sldId="283"/>
            <ac:spMk id="2" creationId="{EC43D7CB-00C9-BBDF-8C9C-6FBB38CF1C57}"/>
          </ac:spMkLst>
        </pc:spChg>
        <pc:spChg chg="mod">
          <ac:chgData name="Andrew Peck" userId="4bb5f5f4-3b99-4404-9b08-cae7dcb06df5" providerId="ADAL" clId="{9D56E95F-BED3-4B0C-8D4C-CB7DDB53631A}" dt="2026-03-13T11:56:01.048" v="770" actId="5793"/>
          <ac:spMkLst>
            <pc:docMk/>
            <pc:sldMk cId="3845701024" sldId="283"/>
            <ac:spMk id="3" creationId="{9AD1B494-B8BB-F3D5-3B98-3685F91DB080}"/>
          </ac:spMkLst>
        </pc:spChg>
      </pc:sldChg>
      <pc:sldChg chg="del">
        <pc:chgData name="Andrew Peck" userId="4bb5f5f4-3b99-4404-9b08-cae7dcb06df5" providerId="ADAL" clId="{9D56E95F-BED3-4B0C-8D4C-CB7DDB53631A}" dt="2026-03-13T11:54:34.681" v="674" actId="47"/>
        <pc:sldMkLst>
          <pc:docMk/>
          <pc:sldMk cId="3174318821" sldId="2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C37F-70CA-DA4B-9BF7-D3284F004EB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85354-1BB5-0D49-8EAE-C2125EAE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09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1894D-29C1-4F1C-A22C-0904E83E75F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9B765-E964-4C4F-963A-233F81AE88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1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10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https://www.bbc.co.uk/iplayer/episode/m002q76d/ai-confidential-with-hannah-fry-series-1-1-the-boy-who-tried-to-kill-the-queen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05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paulatki/Desktop/2015%20LU%20Logos/PRINT/LU/png/For%20use%20on%20A4/LU_A4_WHITE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 Mod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157" y="3057699"/>
            <a:ext cx="8277728" cy="1807533"/>
          </a:xfrm>
        </p:spPr>
        <p:txBody>
          <a:bodyPr anchor="t"/>
          <a:lstStyle>
            <a:lvl1pPr algn="l">
              <a:lnSpc>
                <a:spcPct val="80000"/>
              </a:lnSpc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157" y="2002971"/>
            <a:ext cx="8277728" cy="1054728"/>
          </a:xfrm>
        </p:spPr>
        <p:txBody>
          <a:bodyPr anchor="b">
            <a:normAutofit/>
          </a:bodyPr>
          <a:lstStyle>
            <a:lvl1pPr marL="0" indent="0" algn="l">
              <a:lnSpc>
                <a:spcPct val="80000"/>
              </a:lnSpc>
              <a:buNone/>
              <a:defRPr sz="1800" spc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954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tand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2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  <a:ln>
            <a:noFill/>
          </a:ln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8537"/>
            <a:ext cx="8229600" cy="5057275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728536"/>
            <a:ext cx="5766197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28537"/>
            <a:ext cx="2385159" cy="2557056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2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822960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9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575416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17377"/>
            <a:ext cx="2385159" cy="2568217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8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66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_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5985491"/>
            <a:ext cx="7772400" cy="362531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None/>
              <a:defRPr sz="2000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Inspiring Winners since 1909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722313" y="1502547"/>
            <a:ext cx="7772400" cy="2286443"/>
          </a:xfrm>
        </p:spPr>
        <p:txBody>
          <a:bodyPr anchor="t">
            <a:noAutofit/>
          </a:bodyPr>
          <a:lstStyle>
            <a:lvl1pPr marL="0" indent="0" algn="ctr">
              <a:lnSpc>
                <a:spcPct val="80000"/>
              </a:lnSpc>
              <a:buNone/>
              <a:defRPr sz="3600" b="1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Thank you!</a:t>
            </a:r>
          </a:p>
        </p:txBody>
      </p:sp>
      <p:pic>
        <p:nvPicPr>
          <p:cNvPr id="8" name="LU_A4_WHITE.png" descr="/Users/paulatki/Desktop/2015 LU Logos/PRINT/LU/png/For use on A4/LU_A4_WHITE.png"/>
          <p:cNvPicPr>
            <a:picLocks noChangeAspect="1"/>
          </p:cNvPicPr>
          <p:nvPr userDrawn="1"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445" y="4846973"/>
            <a:ext cx="2737110" cy="98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06379"/>
            <a:ext cx="8229600" cy="84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927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BFEFA66-9419-2A49-A041-7C28C5AE4F1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95BD5A-1FA1-9D44-B58D-C612997E6C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0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2" r:id="rId3"/>
    <p:sldLayoutId id="2147483671" r:id="rId4"/>
    <p:sldLayoutId id="2147483664" r:id="rId5"/>
    <p:sldLayoutId id="2147483666" r:id="rId6"/>
    <p:sldLayoutId id="2147483670" r:id="rId7"/>
    <p:sldLayoutId id="2147483667" r:id="rId8"/>
    <p:sldLayoutId id="2147483673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j.com/content/365/bmj.l2269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legislation.gov.uk/ukpga/1990/18/content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guardian.com/technology/ng-interactive/2026/mar/12/lab-test-mounting-concern-over-rogue-ai-agents-artificial-intelligence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/>
              <a:t>Ethics Week 6 – BIG QUESTIONS AROUND THE CMA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Andrew Peck</a:t>
            </a:r>
          </a:p>
        </p:txBody>
      </p:sp>
    </p:spTree>
    <p:extLst>
      <p:ext uri="{BB962C8B-B14F-4D97-AF65-F5344CB8AC3E}">
        <p14:creationId xmlns:p14="http://schemas.microsoft.com/office/powerpoint/2010/main" val="2191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48D19-AC1C-8206-A12A-ACBE6089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 Up (Week 6)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7FC4F1-9C39-2538-C95D-C8401107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28537"/>
            <a:ext cx="4114800" cy="5057275"/>
          </a:xfrm>
        </p:spPr>
        <p:txBody>
          <a:bodyPr/>
          <a:lstStyle/>
          <a:p>
            <a:r>
              <a:rPr lang="en-GB" dirty="0"/>
              <a:t>I engage with my subject outside of the classroom</a:t>
            </a:r>
          </a:p>
          <a:p>
            <a:endParaRPr lang="en-GB" dirty="0"/>
          </a:p>
          <a:p>
            <a:r>
              <a:rPr lang="en-GB" dirty="0"/>
              <a:t>I think update training and exposure is important</a:t>
            </a:r>
          </a:p>
          <a:p>
            <a:endParaRPr lang="en-GB" dirty="0"/>
          </a:p>
          <a:p>
            <a:r>
              <a:rPr lang="en-GB" dirty="0"/>
              <a:t>Our experiences and interactions shape us</a:t>
            </a:r>
          </a:p>
          <a:p>
            <a:endParaRPr lang="en-GB" dirty="0"/>
          </a:p>
          <a:p>
            <a:r>
              <a:rPr lang="en-GB" dirty="0"/>
              <a:t>I have strong case-studies I can talk about with peers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B6061-84BC-8950-0073-9347D20A0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13" r="24636"/>
          <a:stretch>
            <a:fillRect/>
          </a:stretch>
        </p:blipFill>
        <p:spPr>
          <a:xfrm>
            <a:off x="4986528" y="1646240"/>
            <a:ext cx="4038600" cy="5053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859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6080-1BD4-EAEF-C2CA-6CF57F17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Computer Misuse 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613B5-2359-5BCF-E1BA-9A096E3F77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282" y="3730336"/>
            <a:ext cx="4790209" cy="14339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2DE92-A3DE-193F-3D0D-868C11E6A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60473" y="3429000"/>
            <a:ext cx="2691245" cy="14339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6432F-2D64-E15B-0FAD-810DB9623C63}"/>
              </a:ext>
            </a:extLst>
          </p:cNvPr>
          <p:cNvSpPr txBox="1"/>
          <p:nvPr/>
        </p:nvSpPr>
        <p:spPr>
          <a:xfrm>
            <a:off x="363682" y="1728536"/>
            <a:ext cx="5995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/>
              </a:rPr>
              <a:t>https://www.legislation.gov.uk/ukpga/1990/18/contents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BCAFF-2DFB-FFD1-EDA8-6A7C66C9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0847"/>
            <a:ext cx="7460819" cy="381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6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1BA1-92CE-0E2B-883C-E8F46222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CD726-83A6-B78D-560E-59CCF0DE0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 err="1"/>
              <a:t>Guinchard</a:t>
            </a:r>
            <a:r>
              <a:rPr lang="en-GB" dirty="0"/>
              <a:t>, A., 2018. The Computer Misuse Act 1990 to support vulnerability research? Proposal for a defence for hacking as a strategy in the fight against cybercrime. </a:t>
            </a:r>
            <a:r>
              <a:rPr lang="en-GB" i="1" dirty="0"/>
              <a:t>Journal of Information Rights, Policy and Practice</a:t>
            </a:r>
            <a:r>
              <a:rPr lang="en-GB" dirty="0"/>
              <a:t>, </a:t>
            </a:r>
            <a:r>
              <a:rPr lang="en-GB" i="1" dirty="0"/>
              <a:t>2</a:t>
            </a:r>
            <a:r>
              <a:rPr lang="en-GB" dirty="0"/>
              <a:t>(2).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Crawford, J., 2021. The Computer Misuse Act and Hackers: A review of those convicted under the Act. </a:t>
            </a:r>
            <a:r>
              <a:rPr lang="en-GB" i="1" dirty="0"/>
              <a:t>Inf. </a:t>
            </a:r>
            <a:r>
              <a:rPr lang="en-GB" i="1" dirty="0" err="1"/>
              <a:t>Secur</a:t>
            </a:r>
            <a:r>
              <a:rPr lang="en-GB" i="1" dirty="0"/>
              <a:t>. Group, Roy. Holloway Univ. London, Egham, UK, Tech. Rep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br>
              <a:rPr lang="en-GB" dirty="0"/>
            </a:br>
            <a:r>
              <a:rPr lang="en-GB" dirty="0" err="1"/>
              <a:t>Montasari</a:t>
            </a:r>
            <a:r>
              <a:rPr lang="en-GB" dirty="0"/>
              <a:t>, R., Peltola, P. and Carpenter, V., 2016, June. Gauging the effectiveness of computer misuse act in dealing with cybercrimes. In </a:t>
            </a:r>
            <a:r>
              <a:rPr lang="en-GB" i="1" dirty="0"/>
              <a:t>2016 International Conference On Cyber Security And Protection Of Digital Services (Cyber Security)</a:t>
            </a:r>
            <a:r>
              <a:rPr lang="en-GB" dirty="0"/>
              <a:t> (pp. 1-5). IEEE.</a:t>
            </a:r>
          </a:p>
        </p:txBody>
      </p:sp>
    </p:spTree>
    <p:extLst>
      <p:ext uri="{BB962C8B-B14F-4D97-AF65-F5344CB8AC3E}">
        <p14:creationId xmlns:p14="http://schemas.microsoft.com/office/powerpoint/2010/main" val="3342162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24C0-A4E5-A13A-86FF-3FDB40D69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9FD6D-5A6A-86E0-B4EB-74986F322069}"/>
              </a:ext>
            </a:extLst>
          </p:cNvPr>
          <p:cNvSpPr txBox="1"/>
          <p:nvPr/>
        </p:nvSpPr>
        <p:spPr>
          <a:xfrm>
            <a:off x="561109" y="1808018"/>
            <a:ext cx="79386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 minute presentation about the article you have read: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Its core 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 you agree or not?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does this mean for you as a professional?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(3 slides)</a:t>
            </a:r>
          </a:p>
        </p:txBody>
      </p:sp>
    </p:spTree>
    <p:extLst>
      <p:ext uri="{BB962C8B-B14F-4D97-AF65-F5344CB8AC3E}">
        <p14:creationId xmlns:p14="http://schemas.microsoft.com/office/powerpoint/2010/main" val="360592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D7CB-00C9-BBDF-8C9C-6FBB38CF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B494-B8BB-F3D5-3B98-3685F91D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Critically watch:</a:t>
            </a:r>
            <a:br>
              <a:rPr lang="en-GB" dirty="0"/>
            </a:br>
            <a:endParaRPr lang="en-GB" dirty="0"/>
          </a:p>
          <a:p>
            <a:r>
              <a:rPr lang="en-GB" dirty="0"/>
              <a:t>3 stakeholders:</a:t>
            </a:r>
          </a:p>
          <a:p>
            <a:endParaRPr lang="en-GB" dirty="0"/>
          </a:p>
          <a:p>
            <a:pPr lvl="1"/>
            <a:r>
              <a:rPr lang="en-GB" dirty="0"/>
              <a:t>Police</a:t>
            </a:r>
          </a:p>
          <a:p>
            <a:pPr lvl="1"/>
            <a:r>
              <a:rPr lang="en-GB" dirty="0"/>
              <a:t>Public</a:t>
            </a:r>
          </a:p>
          <a:p>
            <a:pPr lvl="1"/>
            <a:r>
              <a:rPr lang="en-GB" dirty="0"/>
              <a:t>Developer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570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78B3-6752-49DB-CF30-8C3400E4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CC64-4BEF-7FB4-E503-46589C879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Suggest updates to the computer misuse act to respond to:</a:t>
            </a:r>
            <a:br>
              <a:rPr lang="en-GB" dirty="0"/>
            </a:br>
            <a:br>
              <a:rPr lang="en-GB"/>
            </a:br>
            <a:r>
              <a:rPr lang="en-GB">
                <a:hlinkClick r:id="rId2"/>
              </a:rPr>
              <a:t>https</a:t>
            </a:r>
            <a:r>
              <a:rPr lang="en-GB" dirty="0">
                <a:hlinkClick r:id="rId2"/>
              </a:rPr>
              <a:t>://www.theguardian.com/technology/ng-interactive/2026/mar/12/lab-test-mounting-concern-over-rogue-ai-agents-artificial-intelligence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789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182174-6378-BD04-6ABA-604C802DF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2A6FF-7D5A-9F1D-3510-C4FD6620C69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Any Questions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580ED-420B-1DD7-7C13-2DC7794D8E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15988"/>
            <a:ext cx="8229600" cy="801687"/>
          </a:xfrm>
        </p:spPr>
        <p:txBody>
          <a:bodyPr/>
          <a:lstStyle/>
          <a:p>
            <a:r>
              <a:rPr lang="en-GB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6519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D0EE-1676-9EA2-5F68-EFA69F655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8C5C-EDB4-78B1-3735-E6F59866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8442356" cy="50532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Oxford (algorithms)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Radanliev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P., De </a:t>
            </a:r>
            <a:r>
              <a:rPr lang="en-GB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Roure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&amp; Santos, O. (2023). Red Teaming Generative AI/NLP, the BB84 quantum cryptography protocol and the NIST-approved Quantum-Resistant Cryptographic Algorithms. </a:t>
            </a:r>
            <a:r>
              <a:rPr lang="en-GB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GB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arXiv:2310.04425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GB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Worth a read, but no supply chain issues or challenges to wider implementation (possibly due to reliance on expertise)</a:t>
            </a:r>
          </a:p>
          <a:p>
            <a:pPr marL="0" indent="0">
              <a:buNone/>
            </a:pPr>
            <a:r>
              <a:rPr lang="en-GB" b="1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Hardware approaches:</a:t>
            </a:r>
            <a:endParaRPr lang="en-GB" b="1" i="0" dirty="0">
              <a:solidFill>
                <a:srgbClr val="2222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Pagliarini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S., </a:t>
            </a:r>
            <a:r>
              <a:rPr lang="en-GB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Aikata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A., Imran, M., &amp; Sinha Roy, S. (2024, July). REPQC: Reverse Engineering and Backdooring Hardware Accelerators for Post-quantum Cryptography. In </a:t>
            </a:r>
            <a:r>
              <a:rPr lang="en-GB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Proceedings of the 19th ACM Asia Conference on Computer and Communications Security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(pp. 533-547).</a:t>
            </a:r>
          </a:p>
          <a:p>
            <a:pPr marL="0" indent="0">
              <a:buNone/>
            </a:pPr>
            <a:r>
              <a:rPr lang="en-GB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Taxonomy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Blakely, B., Chung, J., </a:t>
            </a:r>
            <a:r>
              <a:rPr lang="en-GB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Poczatek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A., Syed, R., &amp; </a:t>
            </a:r>
            <a:r>
              <a:rPr lang="en-GB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Kettimuthu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R. (2024). Toward a Quantum Information System Cybersecurity Taxonomy and Testbed: Exploiting a Unique Opportunity for Early Impact. </a:t>
            </a:r>
            <a:r>
              <a:rPr lang="en-GB" b="0" i="1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GB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arXiv:2404.12465</a:t>
            </a:r>
            <a:r>
              <a:rPr lang="en-GB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8859261"/>
      </p:ext>
    </p:extLst>
  </p:cSld>
  <p:clrMapOvr>
    <a:masterClrMapping/>
  </p:clrMapOvr>
</p:sld>
</file>

<file path=ppt/theme/theme1.xml><?xml version="1.0" encoding="utf-8"?>
<a:theme xmlns:a="http://schemas.openxmlformats.org/drawingml/2006/main" name="LU_2015">
  <a:themeElements>
    <a:clrScheme name="Custom 10">
      <a:dk1>
        <a:srgbClr val="6F3092"/>
      </a:dk1>
      <a:lt1>
        <a:srgbClr val="FFFFFF"/>
      </a:lt1>
      <a:dk2>
        <a:srgbClr val="361163"/>
      </a:dk2>
      <a:lt2>
        <a:srgbClr val="CBCECE"/>
      </a:lt2>
      <a:accent1>
        <a:srgbClr val="6F3092"/>
      </a:accent1>
      <a:accent2>
        <a:srgbClr val="B70062"/>
      </a:accent2>
      <a:accent3>
        <a:srgbClr val="ED2482"/>
      </a:accent3>
      <a:accent4>
        <a:srgbClr val="D02F8C"/>
      </a:accent4>
      <a:accent5>
        <a:srgbClr val="ED2482"/>
      </a:accent5>
      <a:accent6>
        <a:srgbClr val="F26A38"/>
      </a:accent6>
      <a:hlink>
        <a:srgbClr val="8C8C8D"/>
      </a:hlink>
      <a:folHlink>
        <a:srgbClr val="525E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LU_2015.thmx</Template>
  <TotalTime>34619</TotalTime>
  <Words>490</Words>
  <Application>Microsoft Office PowerPoint</Application>
  <PresentationFormat>On-screen Show (4:3)</PresentationFormat>
  <Paragraphs>53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LU_2015</vt:lpstr>
      <vt:lpstr>Ethics Week 6 – BIG QUESTIONS AROUND THE CMA</vt:lpstr>
      <vt:lpstr>Hands Up (Week 6)</vt:lpstr>
      <vt:lpstr>The Computer Misuse Act</vt:lpstr>
      <vt:lpstr>Read</vt:lpstr>
      <vt:lpstr>Present</vt:lpstr>
      <vt:lpstr>AI Confidential</vt:lpstr>
      <vt:lpstr>Reflection</vt:lpstr>
      <vt:lpstr>Any Questions?</vt:lpstr>
      <vt:lpstr>Other Approaches</vt:lpstr>
    </vt:vector>
  </TitlesOfParts>
  <Company>Loughborough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Loughborough</dc:title>
  <dc:creator>clearlyandrew@gmail.com</dc:creator>
  <cp:lastModifiedBy>Andrew Peck</cp:lastModifiedBy>
  <cp:revision>103</cp:revision>
  <cp:lastPrinted>2025-12-02T09:23:17Z</cp:lastPrinted>
  <dcterms:created xsi:type="dcterms:W3CDTF">2015-08-20T15:34:37Z</dcterms:created>
  <dcterms:modified xsi:type="dcterms:W3CDTF">2026-03-13T13:47:01Z</dcterms:modified>
</cp:coreProperties>
</file>