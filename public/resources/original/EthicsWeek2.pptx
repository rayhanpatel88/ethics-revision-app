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256" r:id="rId2"/>
    <p:sldId id="278" r:id="rId3"/>
    <p:sldId id="276" r:id="rId4"/>
    <p:sldId id="284" r:id="rId5"/>
    <p:sldId id="289" r:id="rId6"/>
    <p:sldId id="285" r:id="rId7"/>
    <p:sldId id="288" r:id="rId8"/>
    <p:sldId id="286" r:id="rId9"/>
    <p:sldId id="287" r:id="rId10"/>
    <p:sldId id="279" r:id="rId11"/>
    <p:sldId id="281" r:id="rId12"/>
    <p:sldId id="290" r:id="rId13"/>
    <p:sldId id="291" r:id="rId14"/>
    <p:sldId id="292" r:id="rId15"/>
  </p:sldIdLst>
  <p:sldSz cx="9144000" cy="6858000" type="screen4x3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scaleToFitPaper="1" frameSlides="1"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035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E9B13C-3AB2-47B3-8C08-F68E20504B77}" v="1191" dt="2026-02-09T14:12:17.2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0" autoAdjust="0"/>
    <p:restoredTop sz="94987" autoAdjust="0"/>
  </p:normalViewPr>
  <p:slideViewPr>
    <p:cSldViewPr snapToGrid="0" snapToObjects="1">
      <p:cViewPr varScale="1">
        <p:scale>
          <a:sx n="74" d="100"/>
          <a:sy n="74" d="100"/>
        </p:scale>
        <p:origin x="1186" y="7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58" d="100"/>
        <a:sy n="158" d="100"/>
      </p:scale>
      <p:origin x="0" y="0"/>
    </p:cViewPr>
  </p:sorterViewPr>
  <p:notesViewPr>
    <p:cSldViewPr snapToGrid="0" snapToObjects="1">
      <p:cViewPr varScale="1">
        <p:scale>
          <a:sx n="89" d="100"/>
          <a:sy n="89" d="100"/>
        </p:scale>
        <p:origin x="-3846" y="-12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Peck" userId="4bb5f5f4-3b99-4404-9b08-cae7dcb06df5" providerId="ADAL" clId="{9D56E95F-BED3-4B0C-8D4C-CB7DDB53631A}"/>
    <pc:docChg chg="undo custSel addSld delSld modSld sldOrd">
      <pc:chgData name="Andrew Peck" userId="4bb5f5f4-3b99-4404-9b08-cae7dcb06df5" providerId="ADAL" clId="{9D56E95F-BED3-4B0C-8D4C-CB7DDB53631A}" dt="2026-02-09T14:16:33.474" v="4047" actId="20577"/>
      <pc:docMkLst>
        <pc:docMk/>
      </pc:docMkLst>
      <pc:sldChg chg="modSp mod">
        <pc:chgData name="Andrew Peck" userId="4bb5f5f4-3b99-4404-9b08-cae7dcb06df5" providerId="ADAL" clId="{9D56E95F-BED3-4B0C-8D4C-CB7DDB53631A}" dt="2026-02-09T12:44:28.886" v="0" actId="20577"/>
        <pc:sldMkLst>
          <pc:docMk/>
          <pc:sldMk cId="2191001994" sldId="256"/>
        </pc:sldMkLst>
        <pc:spChg chg="mod">
          <ac:chgData name="Andrew Peck" userId="4bb5f5f4-3b99-4404-9b08-cae7dcb06df5" providerId="ADAL" clId="{9D56E95F-BED3-4B0C-8D4C-CB7DDB53631A}" dt="2026-02-09T12:44:28.886" v="0" actId="20577"/>
          <ac:spMkLst>
            <pc:docMk/>
            <pc:sldMk cId="2191001994" sldId="256"/>
            <ac:spMk id="5" creationId="{00000000-0000-0000-0000-000000000000}"/>
          </ac:spMkLst>
        </pc:spChg>
      </pc:sldChg>
      <pc:sldChg chg="addSp modSp del mod ord">
        <pc:chgData name="Andrew Peck" userId="4bb5f5f4-3b99-4404-9b08-cae7dcb06df5" providerId="ADAL" clId="{9D56E95F-BED3-4B0C-8D4C-CB7DDB53631A}" dt="2026-02-09T12:53:22.985" v="1298" actId="47"/>
        <pc:sldMkLst>
          <pc:docMk/>
          <pc:sldMk cId="1669910758" sldId="259"/>
        </pc:sldMkLst>
        <pc:spChg chg="add mod">
          <ac:chgData name="Andrew Peck" userId="4bb5f5f4-3b99-4404-9b08-cae7dcb06df5" providerId="ADAL" clId="{9D56E95F-BED3-4B0C-8D4C-CB7DDB53631A}" dt="2026-02-09T12:46:06.086" v="70" actId="20577"/>
          <ac:spMkLst>
            <pc:docMk/>
            <pc:sldMk cId="1669910758" sldId="259"/>
            <ac:spMk id="2" creationId="{870A041C-BB8B-D3B6-1837-AE5465A659D1}"/>
          </ac:spMkLst>
        </pc:spChg>
        <pc:spChg chg="mod">
          <ac:chgData name="Andrew Peck" userId="4bb5f5f4-3b99-4404-9b08-cae7dcb06df5" providerId="ADAL" clId="{9D56E95F-BED3-4B0C-8D4C-CB7DDB53631A}" dt="2026-02-09T12:45:34.562" v="54" actId="20577"/>
          <ac:spMkLst>
            <pc:docMk/>
            <pc:sldMk cId="1669910758" sldId="259"/>
            <ac:spMk id="4" creationId="{013B1B81-18AA-9F40-3DC3-5F7B520266C4}"/>
          </ac:spMkLst>
        </pc:spChg>
      </pc:sldChg>
      <pc:sldChg chg="del">
        <pc:chgData name="Andrew Peck" userId="4bb5f5f4-3b99-4404-9b08-cae7dcb06df5" providerId="ADAL" clId="{9D56E95F-BED3-4B0C-8D4C-CB7DDB53631A}" dt="2026-02-09T12:44:56.392" v="7" actId="47"/>
        <pc:sldMkLst>
          <pc:docMk/>
          <pc:sldMk cId="1920087974" sldId="260"/>
        </pc:sldMkLst>
      </pc:sldChg>
      <pc:sldChg chg="del">
        <pc:chgData name="Andrew Peck" userId="4bb5f5f4-3b99-4404-9b08-cae7dcb06df5" providerId="ADAL" clId="{9D56E95F-BED3-4B0C-8D4C-CB7DDB53631A}" dt="2026-02-09T12:44:56.392" v="7" actId="47"/>
        <pc:sldMkLst>
          <pc:docMk/>
          <pc:sldMk cId="2826592753" sldId="261"/>
        </pc:sldMkLst>
      </pc:sldChg>
      <pc:sldChg chg="del">
        <pc:chgData name="Andrew Peck" userId="4bb5f5f4-3b99-4404-9b08-cae7dcb06df5" providerId="ADAL" clId="{9D56E95F-BED3-4B0C-8D4C-CB7DDB53631A}" dt="2026-02-09T12:44:56.392" v="7" actId="47"/>
        <pc:sldMkLst>
          <pc:docMk/>
          <pc:sldMk cId="1931493424" sldId="262"/>
        </pc:sldMkLst>
      </pc:sldChg>
      <pc:sldChg chg="del">
        <pc:chgData name="Andrew Peck" userId="4bb5f5f4-3b99-4404-9b08-cae7dcb06df5" providerId="ADAL" clId="{9D56E95F-BED3-4B0C-8D4C-CB7DDB53631A}" dt="2026-02-09T12:44:56.392" v="7" actId="47"/>
        <pc:sldMkLst>
          <pc:docMk/>
          <pc:sldMk cId="4138969583" sldId="263"/>
        </pc:sldMkLst>
      </pc:sldChg>
      <pc:sldChg chg="del">
        <pc:chgData name="Andrew Peck" userId="4bb5f5f4-3b99-4404-9b08-cae7dcb06df5" providerId="ADAL" clId="{9D56E95F-BED3-4B0C-8D4C-CB7DDB53631A}" dt="2026-02-09T12:44:56.392" v="7" actId="47"/>
        <pc:sldMkLst>
          <pc:docMk/>
          <pc:sldMk cId="545540007" sldId="264"/>
        </pc:sldMkLst>
      </pc:sldChg>
      <pc:sldChg chg="del">
        <pc:chgData name="Andrew Peck" userId="4bb5f5f4-3b99-4404-9b08-cae7dcb06df5" providerId="ADAL" clId="{9D56E95F-BED3-4B0C-8D4C-CB7DDB53631A}" dt="2026-02-09T12:44:56.392" v="7" actId="47"/>
        <pc:sldMkLst>
          <pc:docMk/>
          <pc:sldMk cId="133103946" sldId="265"/>
        </pc:sldMkLst>
      </pc:sldChg>
      <pc:sldChg chg="del">
        <pc:chgData name="Andrew Peck" userId="4bb5f5f4-3b99-4404-9b08-cae7dcb06df5" providerId="ADAL" clId="{9D56E95F-BED3-4B0C-8D4C-CB7DDB53631A}" dt="2026-02-09T12:44:56.392" v="7" actId="47"/>
        <pc:sldMkLst>
          <pc:docMk/>
          <pc:sldMk cId="1440127236" sldId="266"/>
        </pc:sldMkLst>
      </pc:sldChg>
      <pc:sldChg chg="del">
        <pc:chgData name="Andrew Peck" userId="4bb5f5f4-3b99-4404-9b08-cae7dcb06df5" providerId="ADAL" clId="{9D56E95F-BED3-4B0C-8D4C-CB7DDB53631A}" dt="2026-02-09T12:44:56.392" v="7" actId="47"/>
        <pc:sldMkLst>
          <pc:docMk/>
          <pc:sldMk cId="2172157482" sldId="267"/>
        </pc:sldMkLst>
      </pc:sldChg>
      <pc:sldChg chg="del">
        <pc:chgData name="Andrew Peck" userId="4bb5f5f4-3b99-4404-9b08-cae7dcb06df5" providerId="ADAL" clId="{9D56E95F-BED3-4B0C-8D4C-CB7DDB53631A}" dt="2026-02-09T12:44:56.392" v="7" actId="47"/>
        <pc:sldMkLst>
          <pc:docMk/>
          <pc:sldMk cId="1372714895" sldId="268"/>
        </pc:sldMkLst>
      </pc:sldChg>
      <pc:sldChg chg="del">
        <pc:chgData name="Andrew Peck" userId="4bb5f5f4-3b99-4404-9b08-cae7dcb06df5" providerId="ADAL" clId="{9D56E95F-BED3-4B0C-8D4C-CB7DDB53631A}" dt="2026-02-09T12:44:56.392" v="7" actId="47"/>
        <pc:sldMkLst>
          <pc:docMk/>
          <pc:sldMk cId="3510069182" sldId="269"/>
        </pc:sldMkLst>
      </pc:sldChg>
      <pc:sldChg chg="del">
        <pc:chgData name="Andrew Peck" userId="4bb5f5f4-3b99-4404-9b08-cae7dcb06df5" providerId="ADAL" clId="{9D56E95F-BED3-4B0C-8D4C-CB7DDB53631A}" dt="2026-02-09T12:44:43.101" v="4" actId="47"/>
        <pc:sldMkLst>
          <pc:docMk/>
          <pc:sldMk cId="3616259287" sldId="273"/>
        </pc:sldMkLst>
      </pc:sldChg>
      <pc:sldChg chg="del">
        <pc:chgData name="Andrew Peck" userId="4bb5f5f4-3b99-4404-9b08-cae7dcb06df5" providerId="ADAL" clId="{9D56E95F-BED3-4B0C-8D4C-CB7DDB53631A}" dt="2026-02-09T12:44:32.577" v="1" actId="47"/>
        <pc:sldMkLst>
          <pc:docMk/>
          <pc:sldMk cId="3990827108" sldId="274"/>
        </pc:sldMkLst>
      </pc:sldChg>
      <pc:sldChg chg="del">
        <pc:chgData name="Andrew Peck" userId="4bb5f5f4-3b99-4404-9b08-cae7dcb06df5" providerId="ADAL" clId="{9D56E95F-BED3-4B0C-8D4C-CB7DDB53631A}" dt="2026-02-09T12:44:33.154" v="2" actId="47"/>
        <pc:sldMkLst>
          <pc:docMk/>
          <pc:sldMk cId="922292983" sldId="275"/>
        </pc:sldMkLst>
      </pc:sldChg>
      <pc:sldChg chg="addSp delSp modSp mod delAnim modAnim">
        <pc:chgData name="Andrew Peck" userId="4bb5f5f4-3b99-4404-9b08-cae7dcb06df5" providerId="ADAL" clId="{9D56E95F-BED3-4B0C-8D4C-CB7DDB53631A}" dt="2026-02-09T13:09:51.964" v="3886" actId="27636"/>
        <pc:sldMkLst>
          <pc:docMk/>
          <pc:sldMk cId="2406160859" sldId="276"/>
        </pc:sldMkLst>
        <pc:spChg chg="mod">
          <ac:chgData name="Andrew Peck" userId="4bb5f5f4-3b99-4404-9b08-cae7dcb06df5" providerId="ADAL" clId="{9D56E95F-BED3-4B0C-8D4C-CB7DDB53631A}" dt="2026-02-09T12:47:22.419" v="248" actId="20577"/>
          <ac:spMkLst>
            <pc:docMk/>
            <pc:sldMk cId="2406160859" sldId="276"/>
            <ac:spMk id="2" creationId="{0C7C51F5-893C-33DC-D1CA-FE02B4B17C8B}"/>
          </ac:spMkLst>
        </pc:spChg>
        <pc:spChg chg="mod">
          <ac:chgData name="Andrew Peck" userId="4bb5f5f4-3b99-4404-9b08-cae7dcb06df5" providerId="ADAL" clId="{9D56E95F-BED3-4B0C-8D4C-CB7DDB53631A}" dt="2026-02-09T13:09:51.964" v="3886" actId="27636"/>
          <ac:spMkLst>
            <pc:docMk/>
            <pc:sldMk cId="2406160859" sldId="276"/>
            <ac:spMk id="3" creationId="{85418058-56A8-1486-986C-FB6B3C2C8FE3}"/>
          </ac:spMkLst>
        </pc:spChg>
        <pc:spChg chg="del">
          <ac:chgData name="Andrew Peck" userId="4bb5f5f4-3b99-4404-9b08-cae7dcb06df5" providerId="ADAL" clId="{9D56E95F-BED3-4B0C-8D4C-CB7DDB53631A}" dt="2026-02-09T12:48:04.975" v="424" actId="478"/>
          <ac:spMkLst>
            <pc:docMk/>
            <pc:sldMk cId="2406160859" sldId="276"/>
            <ac:spMk id="4" creationId="{16A2E7EA-2D3E-6D7B-B01B-0883CEDD5DDC}"/>
          </ac:spMkLst>
        </pc:spChg>
        <pc:spChg chg="add del mod">
          <ac:chgData name="Andrew Peck" userId="4bb5f5f4-3b99-4404-9b08-cae7dcb06df5" providerId="ADAL" clId="{9D56E95F-BED3-4B0C-8D4C-CB7DDB53631A}" dt="2026-02-09T12:48:07.092" v="425" actId="478"/>
          <ac:spMkLst>
            <pc:docMk/>
            <pc:sldMk cId="2406160859" sldId="276"/>
            <ac:spMk id="6" creationId="{B634B028-F7C8-9831-E7FF-E3FA880852B0}"/>
          </ac:spMkLst>
        </pc:spChg>
      </pc:sldChg>
      <pc:sldChg chg="del">
        <pc:chgData name="Andrew Peck" userId="4bb5f5f4-3b99-4404-9b08-cae7dcb06df5" providerId="ADAL" clId="{9D56E95F-BED3-4B0C-8D4C-CB7DDB53631A}" dt="2026-02-09T13:03:11.872" v="2755" actId="47"/>
        <pc:sldMkLst>
          <pc:docMk/>
          <pc:sldMk cId="1621921522" sldId="277"/>
        </pc:sldMkLst>
      </pc:sldChg>
      <pc:sldChg chg="addSp delSp modSp mod ord modAnim">
        <pc:chgData name="Andrew Peck" userId="4bb5f5f4-3b99-4404-9b08-cae7dcb06df5" providerId="ADAL" clId="{9D56E95F-BED3-4B0C-8D4C-CB7DDB53631A}" dt="2026-02-09T13:09:40.326" v="3875" actId="20577"/>
        <pc:sldMkLst>
          <pc:docMk/>
          <pc:sldMk cId="3910668438" sldId="278"/>
        </pc:sldMkLst>
        <pc:spChg chg="mod">
          <ac:chgData name="Andrew Peck" userId="4bb5f5f4-3b99-4404-9b08-cae7dcb06df5" providerId="ADAL" clId="{9D56E95F-BED3-4B0C-8D4C-CB7DDB53631A}" dt="2026-02-09T13:09:29.094" v="3869" actId="26606"/>
          <ac:spMkLst>
            <pc:docMk/>
            <pc:sldMk cId="3910668438" sldId="278"/>
            <ac:spMk id="2" creationId="{116E34C0-1720-8C82-9D04-15316967B818}"/>
          </ac:spMkLst>
        </pc:spChg>
        <pc:spChg chg="mod">
          <ac:chgData name="Andrew Peck" userId="4bb5f5f4-3b99-4404-9b08-cae7dcb06df5" providerId="ADAL" clId="{9D56E95F-BED3-4B0C-8D4C-CB7DDB53631A}" dt="2026-02-09T13:09:40.326" v="3875" actId="20577"/>
          <ac:spMkLst>
            <pc:docMk/>
            <pc:sldMk cId="3910668438" sldId="278"/>
            <ac:spMk id="3" creationId="{BE5D8983-7744-A430-AD66-16B1F13FF822}"/>
          </ac:spMkLst>
        </pc:spChg>
        <pc:spChg chg="add del mod">
          <ac:chgData name="Andrew Peck" userId="4bb5f5f4-3b99-4404-9b08-cae7dcb06df5" providerId="ADAL" clId="{9D56E95F-BED3-4B0C-8D4C-CB7DDB53631A}" dt="2026-02-09T13:09:32.150" v="3870" actId="478"/>
          <ac:spMkLst>
            <pc:docMk/>
            <pc:sldMk cId="3910668438" sldId="278"/>
            <ac:spMk id="6" creationId="{EB688125-6E53-83D1-DBF9-5ACC7B6F4CB2}"/>
          </ac:spMkLst>
        </pc:spChg>
        <pc:picChg chg="add mod">
          <ac:chgData name="Andrew Peck" userId="4bb5f5f4-3b99-4404-9b08-cae7dcb06df5" providerId="ADAL" clId="{9D56E95F-BED3-4B0C-8D4C-CB7DDB53631A}" dt="2026-02-09T13:09:29.094" v="3869" actId="26606"/>
          <ac:picMkLst>
            <pc:docMk/>
            <pc:sldMk cId="3910668438" sldId="278"/>
            <ac:picMk id="5" creationId="{1E36F012-FF10-61CC-3E85-C054FCD9D1E8}"/>
          </ac:picMkLst>
        </pc:picChg>
      </pc:sldChg>
      <pc:sldChg chg="modSp mod modAnim">
        <pc:chgData name="Andrew Peck" userId="4bb5f5f4-3b99-4404-9b08-cae7dcb06df5" providerId="ADAL" clId="{9D56E95F-BED3-4B0C-8D4C-CB7DDB53631A}" dt="2026-02-09T13:05:29.132" v="3375" actId="20577"/>
        <pc:sldMkLst>
          <pc:docMk/>
          <pc:sldMk cId="2015182600" sldId="279"/>
        </pc:sldMkLst>
        <pc:spChg chg="mod">
          <ac:chgData name="Andrew Peck" userId="4bb5f5f4-3b99-4404-9b08-cae7dcb06df5" providerId="ADAL" clId="{9D56E95F-BED3-4B0C-8D4C-CB7DDB53631A}" dt="2026-02-09T13:04:28.574" v="3103" actId="20577"/>
          <ac:spMkLst>
            <pc:docMk/>
            <pc:sldMk cId="2015182600" sldId="279"/>
            <ac:spMk id="2" creationId="{29FDED08-CD02-D1AB-DFA8-D1CF4F165F72}"/>
          </ac:spMkLst>
        </pc:spChg>
        <pc:spChg chg="mod">
          <ac:chgData name="Andrew Peck" userId="4bb5f5f4-3b99-4404-9b08-cae7dcb06df5" providerId="ADAL" clId="{9D56E95F-BED3-4B0C-8D4C-CB7DDB53631A}" dt="2026-02-09T13:05:29.132" v="3375" actId="20577"/>
          <ac:spMkLst>
            <pc:docMk/>
            <pc:sldMk cId="2015182600" sldId="279"/>
            <ac:spMk id="3" creationId="{87D6BE2B-AAA5-7A85-D81C-3A979E09F83B}"/>
          </ac:spMkLst>
        </pc:spChg>
      </pc:sldChg>
      <pc:sldChg chg="del">
        <pc:chgData name="Andrew Peck" userId="4bb5f5f4-3b99-4404-9b08-cae7dcb06df5" providerId="ADAL" clId="{9D56E95F-BED3-4B0C-8D4C-CB7DDB53631A}" dt="2026-02-09T12:44:41.886" v="3" actId="47"/>
        <pc:sldMkLst>
          <pc:docMk/>
          <pc:sldMk cId="2131451051" sldId="280"/>
        </pc:sldMkLst>
      </pc:sldChg>
      <pc:sldChg chg="new del">
        <pc:chgData name="Andrew Peck" userId="4bb5f5f4-3b99-4404-9b08-cae7dcb06df5" providerId="ADAL" clId="{9D56E95F-BED3-4B0C-8D4C-CB7DDB53631A}" dt="2026-02-09T13:08:13.259" v="3863" actId="47"/>
        <pc:sldMkLst>
          <pc:docMk/>
          <pc:sldMk cId="839203963" sldId="282"/>
        </pc:sldMkLst>
      </pc:sldChg>
      <pc:sldChg chg="del">
        <pc:chgData name="Andrew Peck" userId="4bb5f5f4-3b99-4404-9b08-cae7dcb06df5" providerId="ADAL" clId="{9D56E95F-BED3-4B0C-8D4C-CB7DDB53631A}" dt="2026-02-09T12:44:52.134" v="6" actId="47"/>
        <pc:sldMkLst>
          <pc:docMk/>
          <pc:sldMk cId="3840450099" sldId="282"/>
        </pc:sldMkLst>
      </pc:sldChg>
      <pc:sldChg chg="modSp add del mod modAnim">
        <pc:chgData name="Andrew Peck" userId="4bb5f5f4-3b99-4404-9b08-cae7dcb06df5" providerId="ADAL" clId="{9D56E95F-BED3-4B0C-8D4C-CB7DDB53631A}" dt="2026-02-09T13:05:36.608" v="3376" actId="47"/>
        <pc:sldMkLst>
          <pc:docMk/>
          <pc:sldMk cId="3217203243" sldId="283"/>
        </pc:sldMkLst>
        <pc:spChg chg="mod">
          <ac:chgData name="Andrew Peck" userId="4bb5f5f4-3b99-4404-9b08-cae7dcb06df5" providerId="ADAL" clId="{9D56E95F-BED3-4B0C-8D4C-CB7DDB53631A}" dt="2026-02-09T12:46:17.038" v="81" actId="20577"/>
          <ac:spMkLst>
            <pc:docMk/>
            <pc:sldMk cId="3217203243" sldId="283"/>
            <ac:spMk id="2" creationId="{E865A273-04B2-FDB1-E301-07D601EF1D85}"/>
          </ac:spMkLst>
        </pc:spChg>
        <pc:spChg chg="mod">
          <ac:chgData name="Andrew Peck" userId="4bb5f5f4-3b99-4404-9b08-cae7dcb06df5" providerId="ADAL" clId="{9D56E95F-BED3-4B0C-8D4C-CB7DDB53631A}" dt="2026-02-09T12:46:59.299" v="241" actId="12"/>
          <ac:spMkLst>
            <pc:docMk/>
            <pc:sldMk cId="3217203243" sldId="283"/>
            <ac:spMk id="3" creationId="{6B50E37A-4488-2B9E-C8B9-D7A11A85155C}"/>
          </ac:spMkLst>
        </pc:spChg>
      </pc:sldChg>
      <pc:sldChg chg="del">
        <pc:chgData name="Andrew Peck" userId="4bb5f5f4-3b99-4404-9b08-cae7dcb06df5" providerId="ADAL" clId="{9D56E95F-BED3-4B0C-8D4C-CB7DDB53631A}" dt="2026-02-09T12:44:49.217" v="5" actId="47"/>
        <pc:sldMkLst>
          <pc:docMk/>
          <pc:sldMk cId="4019242729" sldId="283"/>
        </pc:sldMkLst>
      </pc:sldChg>
      <pc:sldChg chg="modSp add mod">
        <pc:chgData name="Andrew Peck" userId="4bb5f5f4-3b99-4404-9b08-cae7dcb06df5" providerId="ADAL" clId="{9D56E95F-BED3-4B0C-8D4C-CB7DDB53631A}" dt="2026-02-09T12:59:41.073" v="2582" actId="27636"/>
        <pc:sldMkLst>
          <pc:docMk/>
          <pc:sldMk cId="2258089986" sldId="284"/>
        </pc:sldMkLst>
        <pc:spChg chg="mod">
          <ac:chgData name="Andrew Peck" userId="4bb5f5f4-3b99-4404-9b08-cae7dcb06df5" providerId="ADAL" clId="{9D56E95F-BED3-4B0C-8D4C-CB7DDB53631A}" dt="2026-02-09T12:49:15.080" v="650" actId="20577"/>
          <ac:spMkLst>
            <pc:docMk/>
            <pc:sldMk cId="2258089986" sldId="284"/>
            <ac:spMk id="2" creationId="{F619E319-3FCF-FDFB-DEB1-7BCDC026D68A}"/>
          </ac:spMkLst>
        </pc:spChg>
        <pc:spChg chg="mod">
          <ac:chgData name="Andrew Peck" userId="4bb5f5f4-3b99-4404-9b08-cae7dcb06df5" providerId="ADAL" clId="{9D56E95F-BED3-4B0C-8D4C-CB7DDB53631A}" dt="2026-02-09T12:59:41.073" v="2582" actId="27636"/>
          <ac:spMkLst>
            <pc:docMk/>
            <pc:sldMk cId="2258089986" sldId="284"/>
            <ac:spMk id="3" creationId="{5B4C4137-2DFC-D847-3FF4-2BC0A8C34B46}"/>
          </ac:spMkLst>
        </pc:spChg>
      </pc:sldChg>
      <pc:sldChg chg="modSp add mod">
        <pc:chgData name="Andrew Peck" userId="4bb5f5f4-3b99-4404-9b08-cae7dcb06df5" providerId="ADAL" clId="{9D56E95F-BED3-4B0C-8D4C-CB7DDB53631A}" dt="2026-02-09T12:57:56.122" v="2196" actId="20577"/>
        <pc:sldMkLst>
          <pc:docMk/>
          <pc:sldMk cId="1993306257" sldId="285"/>
        </pc:sldMkLst>
        <pc:spChg chg="mod">
          <ac:chgData name="Andrew Peck" userId="4bb5f5f4-3b99-4404-9b08-cae7dcb06df5" providerId="ADAL" clId="{9D56E95F-BED3-4B0C-8D4C-CB7DDB53631A}" dt="2026-02-09T12:56:00.703" v="1764" actId="20577"/>
          <ac:spMkLst>
            <pc:docMk/>
            <pc:sldMk cId="1993306257" sldId="285"/>
            <ac:spMk id="2" creationId="{1D265FED-D39C-B244-EDB8-BC36F89EC430}"/>
          </ac:spMkLst>
        </pc:spChg>
        <pc:spChg chg="mod">
          <ac:chgData name="Andrew Peck" userId="4bb5f5f4-3b99-4404-9b08-cae7dcb06df5" providerId="ADAL" clId="{9D56E95F-BED3-4B0C-8D4C-CB7DDB53631A}" dt="2026-02-09T12:57:56.122" v="2196" actId="20577"/>
          <ac:spMkLst>
            <pc:docMk/>
            <pc:sldMk cId="1993306257" sldId="285"/>
            <ac:spMk id="3" creationId="{D59D2863-69EB-6307-D1FE-9BBFFED57A58}"/>
          </ac:spMkLst>
        </pc:spChg>
      </pc:sldChg>
      <pc:sldChg chg="delSp modSp new mod">
        <pc:chgData name="Andrew Peck" userId="4bb5f5f4-3b99-4404-9b08-cae7dcb06df5" providerId="ADAL" clId="{9D56E95F-BED3-4B0C-8D4C-CB7DDB53631A}" dt="2026-02-09T13:08:28.300" v="3864" actId="20577"/>
        <pc:sldMkLst>
          <pc:docMk/>
          <pc:sldMk cId="2896062303" sldId="286"/>
        </pc:sldMkLst>
        <pc:spChg chg="mod">
          <ac:chgData name="Andrew Peck" userId="4bb5f5f4-3b99-4404-9b08-cae7dcb06df5" providerId="ADAL" clId="{9D56E95F-BED3-4B0C-8D4C-CB7DDB53631A}" dt="2026-02-09T13:08:28.300" v="3864" actId="20577"/>
          <ac:spMkLst>
            <pc:docMk/>
            <pc:sldMk cId="2896062303" sldId="286"/>
            <ac:spMk id="2" creationId="{A614E121-C995-D6AE-A043-6D3F1324880D}"/>
          </ac:spMkLst>
        </pc:spChg>
        <pc:spChg chg="mod">
          <ac:chgData name="Andrew Peck" userId="4bb5f5f4-3b99-4404-9b08-cae7dcb06df5" providerId="ADAL" clId="{9D56E95F-BED3-4B0C-8D4C-CB7DDB53631A}" dt="2026-02-09T12:55:37.850" v="1762" actId="20577"/>
          <ac:spMkLst>
            <pc:docMk/>
            <pc:sldMk cId="2896062303" sldId="286"/>
            <ac:spMk id="3" creationId="{7DD7315F-4B62-FAD7-2DF5-2199BA2FC080}"/>
          </ac:spMkLst>
        </pc:spChg>
        <pc:spChg chg="del">
          <ac:chgData name="Andrew Peck" userId="4bb5f5f4-3b99-4404-9b08-cae7dcb06df5" providerId="ADAL" clId="{9D56E95F-BED3-4B0C-8D4C-CB7DDB53631A}" dt="2026-02-09T12:52:28.099" v="1289" actId="478"/>
          <ac:spMkLst>
            <pc:docMk/>
            <pc:sldMk cId="2896062303" sldId="286"/>
            <ac:spMk id="4" creationId="{88273B00-57DA-29B4-EC3E-DE50C85B17B7}"/>
          </ac:spMkLst>
        </pc:spChg>
      </pc:sldChg>
      <pc:sldChg chg="addSp delSp modSp add mod">
        <pc:chgData name="Andrew Peck" userId="4bb5f5f4-3b99-4404-9b08-cae7dcb06df5" providerId="ADAL" clId="{9D56E95F-BED3-4B0C-8D4C-CB7DDB53631A}" dt="2026-02-09T13:08:31.578" v="3865" actId="20577"/>
        <pc:sldMkLst>
          <pc:docMk/>
          <pc:sldMk cId="251628606" sldId="287"/>
        </pc:sldMkLst>
        <pc:spChg chg="mod">
          <ac:chgData name="Andrew Peck" userId="4bb5f5f4-3b99-4404-9b08-cae7dcb06df5" providerId="ADAL" clId="{9D56E95F-BED3-4B0C-8D4C-CB7DDB53631A}" dt="2026-02-09T13:08:31.578" v="3865" actId="20577"/>
          <ac:spMkLst>
            <pc:docMk/>
            <pc:sldMk cId="251628606" sldId="287"/>
            <ac:spMk id="2" creationId="{EF7A88F6-0180-868F-A1EE-37B765B6F391}"/>
          </ac:spMkLst>
        </pc:spChg>
        <pc:spChg chg="mod">
          <ac:chgData name="Andrew Peck" userId="4bb5f5f4-3b99-4404-9b08-cae7dcb06df5" providerId="ADAL" clId="{9D56E95F-BED3-4B0C-8D4C-CB7DDB53631A}" dt="2026-02-09T13:02:19.091" v="2737" actId="14100"/>
          <ac:spMkLst>
            <pc:docMk/>
            <pc:sldMk cId="251628606" sldId="287"/>
            <ac:spMk id="3" creationId="{6847B691-36D0-8A29-549B-62DE5E512004}"/>
          </ac:spMkLst>
        </pc:spChg>
        <pc:spChg chg="add del mod">
          <ac:chgData name="Andrew Peck" userId="4bb5f5f4-3b99-4404-9b08-cae7dcb06df5" providerId="ADAL" clId="{9D56E95F-BED3-4B0C-8D4C-CB7DDB53631A}" dt="2026-02-09T13:02:28.532" v="2740" actId="478"/>
          <ac:spMkLst>
            <pc:docMk/>
            <pc:sldMk cId="251628606" sldId="287"/>
            <ac:spMk id="4" creationId="{FE1805A4-CF79-227A-F1F1-AAF491F1F4C0}"/>
          </ac:spMkLst>
        </pc:spChg>
        <pc:spChg chg="add mod">
          <ac:chgData name="Andrew Peck" userId="4bb5f5f4-3b99-4404-9b08-cae7dcb06df5" providerId="ADAL" clId="{9D56E95F-BED3-4B0C-8D4C-CB7DDB53631A}" dt="2026-02-09T13:03:02.362" v="2754" actId="1076"/>
          <ac:spMkLst>
            <pc:docMk/>
            <pc:sldMk cId="251628606" sldId="287"/>
            <ac:spMk id="5" creationId="{89008B4A-7192-A8F7-8140-03EC7D08266B}"/>
          </ac:spMkLst>
        </pc:spChg>
      </pc:sldChg>
      <pc:sldChg chg="modSp add mod">
        <pc:chgData name="Andrew Peck" userId="4bb5f5f4-3b99-4404-9b08-cae7dcb06df5" providerId="ADAL" clId="{9D56E95F-BED3-4B0C-8D4C-CB7DDB53631A}" dt="2026-02-09T12:58:44.691" v="2426" actId="20577"/>
        <pc:sldMkLst>
          <pc:docMk/>
          <pc:sldMk cId="667392027" sldId="288"/>
        </pc:sldMkLst>
        <pc:spChg chg="mod">
          <ac:chgData name="Andrew Peck" userId="4bb5f5f4-3b99-4404-9b08-cae7dcb06df5" providerId="ADAL" clId="{9D56E95F-BED3-4B0C-8D4C-CB7DDB53631A}" dt="2026-02-09T12:57:30.602" v="2108" actId="20577"/>
          <ac:spMkLst>
            <pc:docMk/>
            <pc:sldMk cId="667392027" sldId="288"/>
            <ac:spMk id="2" creationId="{1F6C37E8-7097-EF8C-9D51-DD8D58D98141}"/>
          </ac:spMkLst>
        </pc:spChg>
        <pc:spChg chg="mod">
          <ac:chgData name="Andrew Peck" userId="4bb5f5f4-3b99-4404-9b08-cae7dcb06df5" providerId="ADAL" clId="{9D56E95F-BED3-4B0C-8D4C-CB7DDB53631A}" dt="2026-02-09T12:58:44.691" v="2426" actId="20577"/>
          <ac:spMkLst>
            <pc:docMk/>
            <pc:sldMk cId="667392027" sldId="288"/>
            <ac:spMk id="3" creationId="{63249CEC-1974-928A-029E-A8CB2CB71926}"/>
          </ac:spMkLst>
        </pc:spChg>
      </pc:sldChg>
      <pc:sldChg chg="addSp delSp modSp new mod">
        <pc:chgData name="Andrew Peck" userId="4bb5f5f4-3b99-4404-9b08-cae7dcb06df5" providerId="ADAL" clId="{9D56E95F-BED3-4B0C-8D4C-CB7DDB53631A}" dt="2026-02-09T14:12:24.128" v="3900" actId="20577"/>
        <pc:sldMkLst>
          <pc:docMk/>
          <pc:sldMk cId="745947838" sldId="289"/>
        </pc:sldMkLst>
        <pc:spChg chg="mod">
          <ac:chgData name="Andrew Peck" userId="4bb5f5f4-3b99-4404-9b08-cae7dcb06df5" providerId="ADAL" clId="{9D56E95F-BED3-4B0C-8D4C-CB7DDB53631A}" dt="2026-02-09T13:00:12.731" v="2592" actId="20577"/>
          <ac:spMkLst>
            <pc:docMk/>
            <pc:sldMk cId="745947838" sldId="289"/>
            <ac:spMk id="2" creationId="{5CB091E1-8A8D-405B-858A-671AD196625F}"/>
          </ac:spMkLst>
        </pc:spChg>
        <pc:spChg chg="mod">
          <ac:chgData name="Andrew Peck" userId="4bb5f5f4-3b99-4404-9b08-cae7dcb06df5" providerId="ADAL" clId="{9D56E95F-BED3-4B0C-8D4C-CB7DDB53631A}" dt="2026-02-09T14:12:24.128" v="3900" actId="20577"/>
          <ac:spMkLst>
            <pc:docMk/>
            <pc:sldMk cId="745947838" sldId="289"/>
            <ac:spMk id="3" creationId="{862D8B91-F313-5700-246A-ACA81487CC16}"/>
          </ac:spMkLst>
        </pc:spChg>
        <pc:spChg chg="del">
          <ac:chgData name="Andrew Peck" userId="4bb5f5f4-3b99-4404-9b08-cae7dcb06df5" providerId="ADAL" clId="{9D56E95F-BED3-4B0C-8D4C-CB7DDB53631A}" dt="2026-02-09T13:00:05.573" v="2584" actId="478"/>
          <ac:spMkLst>
            <pc:docMk/>
            <pc:sldMk cId="745947838" sldId="289"/>
            <ac:spMk id="4" creationId="{FA9954F3-568D-9B4E-9593-A7AAB5693334}"/>
          </ac:spMkLst>
        </pc:spChg>
        <pc:picChg chg="add del mod">
          <ac:chgData name="Andrew Peck" userId="4bb5f5f4-3b99-4404-9b08-cae7dcb06df5" providerId="ADAL" clId="{9D56E95F-BED3-4B0C-8D4C-CB7DDB53631A}" dt="2026-02-09T14:11:38.236" v="3892" actId="478"/>
          <ac:picMkLst>
            <pc:docMk/>
            <pc:sldMk cId="745947838" sldId="289"/>
            <ac:picMk id="5" creationId="{40A6F0D2-6910-A2E0-A0A5-4D82CD87C91A}"/>
          </ac:picMkLst>
        </pc:picChg>
        <pc:picChg chg="add mod">
          <ac:chgData name="Andrew Peck" userId="4bb5f5f4-3b99-4404-9b08-cae7dcb06df5" providerId="ADAL" clId="{9D56E95F-BED3-4B0C-8D4C-CB7DDB53631A}" dt="2026-02-09T14:12:17.236" v="3897" actId="1076"/>
          <ac:picMkLst>
            <pc:docMk/>
            <pc:sldMk cId="745947838" sldId="289"/>
            <ac:picMk id="1026" creationId="{5BE4DD85-BA9C-C77F-6210-BED6BD06A398}"/>
          </ac:picMkLst>
        </pc:picChg>
      </pc:sldChg>
      <pc:sldChg chg="addSp delSp modSp new mod modClrScheme chgLayout">
        <pc:chgData name="Andrew Peck" userId="4bb5f5f4-3b99-4404-9b08-cae7dcb06df5" providerId="ADAL" clId="{9D56E95F-BED3-4B0C-8D4C-CB7DDB53631A}" dt="2026-02-09T13:07:43.825" v="3862" actId="6549"/>
        <pc:sldMkLst>
          <pc:docMk/>
          <pc:sldMk cId="2202371941" sldId="290"/>
        </pc:sldMkLst>
        <pc:spChg chg="del mod ord">
          <ac:chgData name="Andrew Peck" userId="4bb5f5f4-3b99-4404-9b08-cae7dcb06df5" providerId="ADAL" clId="{9D56E95F-BED3-4B0C-8D4C-CB7DDB53631A}" dt="2026-02-09T13:06:01.357" v="3378" actId="700"/>
          <ac:spMkLst>
            <pc:docMk/>
            <pc:sldMk cId="2202371941" sldId="290"/>
            <ac:spMk id="2" creationId="{B4656760-E3CF-94BE-EF79-ABBA4AA96CAF}"/>
          </ac:spMkLst>
        </pc:spChg>
        <pc:spChg chg="del mod ord">
          <ac:chgData name="Andrew Peck" userId="4bb5f5f4-3b99-4404-9b08-cae7dcb06df5" providerId="ADAL" clId="{9D56E95F-BED3-4B0C-8D4C-CB7DDB53631A}" dt="2026-02-09T13:06:01.357" v="3378" actId="700"/>
          <ac:spMkLst>
            <pc:docMk/>
            <pc:sldMk cId="2202371941" sldId="290"/>
            <ac:spMk id="3" creationId="{520B7E33-C761-2D3F-6865-132776E45CBA}"/>
          </ac:spMkLst>
        </pc:spChg>
        <pc:spChg chg="add mod ord">
          <ac:chgData name="Andrew Peck" userId="4bb5f5f4-3b99-4404-9b08-cae7dcb06df5" providerId="ADAL" clId="{9D56E95F-BED3-4B0C-8D4C-CB7DDB53631A}" dt="2026-02-09T13:06:04.762" v="3388" actId="20577"/>
          <ac:spMkLst>
            <pc:docMk/>
            <pc:sldMk cId="2202371941" sldId="290"/>
            <ac:spMk id="4" creationId="{D74CA395-0E04-EA8A-0156-9FBDDE7BF70C}"/>
          </ac:spMkLst>
        </pc:spChg>
        <pc:spChg chg="add mod ord">
          <ac:chgData name="Andrew Peck" userId="4bb5f5f4-3b99-4404-9b08-cae7dcb06df5" providerId="ADAL" clId="{9D56E95F-BED3-4B0C-8D4C-CB7DDB53631A}" dt="2026-02-09T13:07:43.825" v="3862" actId="6549"/>
          <ac:spMkLst>
            <pc:docMk/>
            <pc:sldMk cId="2202371941" sldId="290"/>
            <ac:spMk id="5" creationId="{CFA56442-B651-D589-BBF2-68026F2F31DC}"/>
          </ac:spMkLst>
        </pc:spChg>
      </pc:sldChg>
      <pc:sldChg chg="modSp new mod">
        <pc:chgData name="Andrew Peck" userId="4bb5f5f4-3b99-4404-9b08-cae7dcb06df5" providerId="ADAL" clId="{9D56E95F-BED3-4B0C-8D4C-CB7DDB53631A}" dt="2026-02-09T14:15:54.831" v="3921" actId="20577"/>
        <pc:sldMkLst>
          <pc:docMk/>
          <pc:sldMk cId="1884020663" sldId="291"/>
        </pc:sldMkLst>
        <pc:spChg chg="mod">
          <ac:chgData name="Andrew Peck" userId="4bb5f5f4-3b99-4404-9b08-cae7dcb06df5" providerId="ADAL" clId="{9D56E95F-BED3-4B0C-8D4C-CB7DDB53631A}" dt="2026-02-09T14:15:54.831" v="3921" actId="20577"/>
          <ac:spMkLst>
            <pc:docMk/>
            <pc:sldMk cId="1884020663" sldId="291"/>
            <ac:spMk id="2" creationId="{EF37971B-E416-47B6-33A4-95E48317CDEC}"/>
          </ac:spMkLst>
        </pc:spChg>
      </pc:sldChg>
      <pc:sldChg chg="modSp new mod">
        <pc:chgData name="Andrew Peck" userId="4bb5f5f4-3b99-4404-9b08-cae7dcb06df5" providerId="ADAL" clId="{9D56E95F-BED3-4B0C-8D4C-CB7DDB53631A}" dt="2026-02-09T14:16:33.474" v="4047" actId="20577"/>
        <pc:sldMkLst>
          <pc:docMk/>
          <pc:sldMk cId="4079634111" sldId="292"/>
        </pc:sldMkLst>
        <pc:spChg chg="mod">
          <ac:chgData name="Andrew Peck" userId="4bb5f5f4-3b99-4404-9b08-cae7dcb06df5" providerId="ADAL" clId="{9D56E95F-BED3-4B0C-8D4C-CB7DDB53631A}" dt="2026-02-09T14:16:08.525" v="3935" actId="20577"/>
          <ac:spMkLst>
            <pc:docMk/>
            <pc:sldMk cId="4079634111" sldId="292"/>
            <ac:spMk id="2" creationId="{374B1D7F-95E8-D12E-E121-AF0C019C23DB}"/>
          </ac:spMkLst>
        </pc:spChg>
        <pc:spChg chg="mod">
          <ac:chgData name="Andrew Peck" userId="4bb5f5f4-3b99-4404-9b08-cae7dcb06df5" providerId="ADAL" clId="{9D56E95F-BED3-4B0C-8D4C-CB7DDB53631A}" dt="2026-02-09T14:16:33.474" v="4047" actId="20577"/>
          <ac:spMkLst>
            <pc:docMk/>
            <pc:sldMk cId="4079634111" sldId="292"/>
            <ac:spMk id="3" creationId="{65E6FEF5-C821-72E4-2B21-A99B31A19F9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77C37F-70CA-DA4B-9BF7-D3284F004EB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A85354-1BB5-0D49-8EAE-C2125EAED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1093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E1894D-29C1-4F1C-A22C-0904E83E75F9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C9B765-E964-4C4F-963A-233F81AE88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1119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ustice.gov/usao-ndca/pr/former-netflix-executive-sentenced-30-months-bribes-and-kickbacks-netflix-vendors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ustice.gov/usao-ndca/pr/former-netflix-executive-sentenced-30-months-bribes-and-kickbacks-netflix-vendors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ustice.gov/usao-ndca/pr/former-netflix-executive-sentenced-30-months-bribes-and-kickbacks-netflix-vendors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ustice.gov/usao-ndca/pr/former-netflix-executive-sentenced-30-months-bribes-and-kickbacks-netflix-vendors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https://www.computerweekly.com/news/366637835/Fujitsu-boss-falls-on-his-sword-before-settling-with-Post-Office-scandal-victims</a:t>
            </a:r>
          </a:p>
          <a:p>
            <a:endParaRPr lang="en-GB" dirty="0"/>
          </a:p>
          <a:p>
            <a:r>
              <a:rPr lang="en-GB" dirty="0">
                <a:hlinkClick r:id="rId3"/>
              </a:rPr>
              <a:t>https://www.justice.gov/usao-ndca/pr/former-netflix-executive-sentenced-30-months-bribes-and-kickbacks-netflix-vendors</a:t>
            </a:r>
            <a:endParaRPr lang="en-GB" dirty="0"/>
          </a:p>
          <a:p>
            <a:endParaRPr lang="en-GB" dirty="0"/>
          </a:p>
          <a:p>
            <a:r>
              <a:rPr lang="en-GB" dirty="0"/>
              <a:t>https://www.theguardian.com/business/2025/mar/28/trump-pardons-nikola-founder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9B765-E964-4C4F-963A-233F81AE88E8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18396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0AC3A-FFF0-87A9-8BED-D9825B8C2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2C2F3F-425D-8A5A-7472-3B2CFCD67A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E8DF90-4300-5265-72B0-423D0B8E3B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https://www.computerweekly.com/news/366637835/Fujitsu-boss-falls-on-his-sword-before-settling-with-Post-Office-scandal-victims</a:t>
            </a:r>
          </a:p>
          <a:p>
            <a:endParaRPr lang="en-GB" dirty="0"/>
          </a:p>
          <a:p>
            <a:r>
              <a:rPr lang="en-GB" dirty="0">
                <a:hlinkClick r:id="rId3"/>
              </a:rPr>
              <a:t>https://www.justice.gov/usao-ndca/pr/former-netflix-executive-sentenced-30-months-bribes-and-kickbacks-netflix-vendors</a:t>
            </a:r>
            <a:endParaRPr lang="en-GB" dirty="0"/>
          </a:p>
          <a:p>
            <a:endParaRPr lang="en-GB" dirty="0"/>
          </a:p>
          <a:p>
            <a:r>
              <a:rPr lang="en-GB" dirty="0"/>
              <a:t>https://www.theguardian.com/business/2025/mar/28/trump-pardons-nikola-founder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34525F-A1C1-A663-9433-1DD3990926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9B765-E964-4C4F-963A-233F81AE88E8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41997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C9D08-B2F1-FA85-27E1-74B657127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B9C210-1953-5EED-2B5B-AF2484EB56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F25C99-4A3A-24B8-FA9D-95D246F256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https://www.computerweekly.com/news/366637835/Fujitsu-boss-falls-on-his-sword-before-settling-with-Post-Office-scandal-victims</a:t>
            </a:r>
          </a:p>
          <a:p>
            <a:endParaRPr lang="en-GB" dirty="0"/>
          </a:p>
          <a:p>
            <a:r>
              <a:rPr lang="en-GB" dirty="0">
                <a:hlinkClick r:id="rId3"/>
              </a:rPr>
              <a:t>https://www.justice.gov/usao-ndca/pr/former-netflix-executive-sentenced-30-months-bribes-and-kickbacks-netflix-vendors</a:t>
            </a:r>
            <a:endParaRPr lang="en-GB" dirty="0"/>
          </a:p>
          <a:p>
            <a:endParaRPr lang="en-GB" dirty="0"/>
          </a:p>
          <a:p>
            <a:r>
              <a:rPr lang="en-GB" dirty="0"/>
              <a:t>https://www.theguardian.com/business/2025/mar/28/trump-pardons-nikola-founder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B80414-A1DC-048B-0541-C8CA356ABF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9B765-E964-4C4F-963A-233F81AE88E8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43665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5D1B5-5705-78EF-E2F6-E61507974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9EDC55-1246-DBC7-02EB-5AFE585BC2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97863E-C450-BE9B-A266-AB25477D4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https://www.computerweekly.com/news/366637835/Fujitsu-boss-falls-on-his-sword-before-settling-with-Post-Office-scandal-victims</a:t>
            </a:r>
          </a:p>
          <a:p>
            <a:endParaRPr lang="en-GB" dirty="0"/>
          </a:p>
          <a:p>
            <a:r>
              <a:rPr lang="en-GB" dirty="0">
                <a:hlinkClick r:id="rId3"/>
              </a:rPr>
              <a:t>https://www.justice.gov/usao-ndca/pr/former-netflix-executive-sentenced-30-months-bribes-and-kickbacks-netflix-vendors</a:t>
            </a:r>
            <a:endParaRPr lang="en-GB" dirty="0"/>
          </a:p>
          <a:p>
            <a:endParaRPr lang="en-GB" dirty="0"/>
          </a:p>
          <a:p>
            <a:r>
              <a:rPr lang="en-GB" dirty="0"/>
              <a:t>https://www.theguardian.com/business/2025/mar/28/trump-pardons-nikola-founder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2A5846-DF3B-6E2A-6F42-0ECADBADF8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9B765-E964-4C4F-963A-233F81AE88E8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9594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file://localhost/Users/paulatki/Desktop/2015%20LU%20Logos/PRINT/LU/png/For%20use%20on%20A4/LU_A4_WHITE.png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le Slide Moder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157" y="3057699"/>
            <a:ext cx="8277728" cy="1807533"/>
          </a:xfrm>
        </p:spPr>
        <p:txBody>
          <a:bodyPr anchor="t"/>
          <a:lstStyle>
            <a:lvl1pPr algn="l">
              <a:lnSpc>
                <a:spcPct val="80000"/>
              </a:lnSpc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1157" y="2002971"/>
            <a:ext cx="8277728" cy="1054728"/>
          </a:xfrm>
        </p:spPr>
        <p:txBody>
          <a:bodyPr anchor="b">
            <a:normAutofit/>
          </a:bodyPr>
          <a:lstStyle>
            <a:lvl1pPr marL="0" indent="0" algn="l">
              <a:lnSpc>
                <a:spcPct val="80000"/>
              </a:lnSpc>
              <a:buNone/>
              <a:defRPr sz="1800" spc="0">
                <a:solidFill>
                  <a:schemeClr val="bg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59542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Standar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5526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5736"/>
            <a:ext cx="8229600" cy="812800"/>
          </a:xfrm>
          <a:ln>
            <a:noFill/>
          </a:ln>
        </p:spPr>
        <p:txBody>
          <a:bodyPr>
            <a:normAutofit/>
          </a:bodyPr>
          <a:lstStyle>
            <a:lvl1pPr algn="l">
              <a:defRPr sz="3200"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28537"/>
            <a:ext cx="8229600" cy="5057275"/>
          </a:xfrm>
        </p:spPr>
        <p:txBody>
          <a:bodyPr/>
          <a:lstStyle>
            <a:lvl1pPr marL="342900" indent="-342900">
              <a:buClrTx/>
              <a:buFont typeface="Arial"/>
              <a:buChar char="•"/>
              <a:defRPr sz="2400">
                <a:solidFill>
                  <a:schemeClr val="tx2"/>
                </a:solidFill>
              </a:defRPr>
            </a:lvl1pPr>
            <a:lvl2pPr marL="742950" indent="-285750">
              <a:buClrTx/>
              <a:buFont typeface="Arial"/>
              <a:buChar char="•"/>
              <a:defRPr sz="2000">
                <a:solidFill>
                  <a:schemeClr val="tx2"/>
                </a:solidFill>
              </a:defRPr>
            </a:lvl2pPr>
            <a:lvl3pPr marL="1143000" indent="-228600">
              <a:buClrTx/>
              <a:buFont typeface="Arial"/>
              <a:buChar char="•"/>
              <a:defRPr sz="1800">
                <a:solidFill>
                  <a:schemeClr val="tx2"/>
                </a:solidFill>
              </a:defRPr>
            </a:lvl3pPr>
            <a:lvl4pPr marL="1600200" indent="-228600">
              <a:buClrTx/>
              <a:buFont typeface="Arial"/>
              <a:buChar char="•"/>
              <a:defRPr sz="1600">
                <a:solidFill>
                  <a:schemeClr val="tx2"/>
                </a:solidFill>
              </a:defRPr>
            </a:lvl4pPr>
            <a:lvl5pPr marL="2057400" indent="-228600">
              <a:buClrTx/>
              <a:buFont typeface="Arial"/>
              <a:buChar char="•"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2780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5736"/>
            <a:ext cx="8229600" cy="812800"/>
          </a:xfrm>
        </p:spPr>
        <p:txBody>
          <a:bodyPr>
            <a:normAutofit/>
          </a:bodyPr>
          <a:lstStyle>
            <a:lvl1pPr algn="l">
              <a:defRPr sz="3200"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2" y="1728536"/>
            <a:ext cx="5766197" cy="5053264"/>
          </a:xfrm>
        </p:spPr>
        <p:txBody>
          <a:bodyPr/>
          <a:lstStyle>
            <a:lvl1pPr marL="342900" indent="-342900">
              <a:buClrTx/>
              <a:buFont typeface="Arial"/>
              <a:buChar char="•"/>
              <a:defRPr sz="2400">
                <a:solidFill>
                  <a:schemeClr val="tx2"/>
                </a:solidFill>
              </a:defRPr>
            </a:lvl1pPr>
            <a:lvl2pPr marL="742950" indent="-285750">
              <a:buClrTx/>
              <a:buFont typeface="Arial"/>
              <a:buChar char="•"/>
              <a:defRPr sz="2000">
                <a:solidFill>
                  <a:schemeClr val="tx2"/>
                </a:solidFill>
              </a:defRPr>
            </a:lvl2pPr>
            <a:lvl3pPr marL="1143000" indent="-228600">
              <a:buClrTx/>
              <a:buFont typeface="Arial"/>
              <a:buChar char="•"/>
              <a:defRPr sz="1800">
                <a:solidFill>
                  <a:schemeClr val="tx2"/>
                </a:solidFill>
              </a:defRPr>
            </a:lvl3pPr>
            <a:lvl4pPr marL="1600200" indent="-228600">
              <a:buClrTx/>
              <a:buFont typeface="Arial"/>
              <a:buChar char="•"/>
              <a:defRPr sz="1600">
                <a:solidFill>
                  <a:schemeClr val="tx2"/>
                </a:solidFill>
              </a:defRPr>
            </a:lvl4pPr>
            <a:lvl5pPr marL="2057400" indent="-228600">
              <a:buClrTx/>
              <a:buFont typeface="Arial"/>
              <a:buChar char="•"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Content Placeholder 10"/>
          <p:cNvSpPr>
            <a:spLocks noGrp="1"/>
          </p:cNvSpPr>
          <p:nvPr>
            <p:ph sz="quarter" idx="12" hasCustomPrompt="1"/>
          </p:nvPr>
        </p:nvSpPr>
        <p:spPr>
          <a:xfrm>
            <a:off x="6301642" y="1728537"/>
            <a:ext cx="2385159" cy="2557056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8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dirty="0"/>
              <a:t>(click icons to add content)</a:t>
            </a:r>
            <a:endParaRPr lang="en-US" dirty="0"/>
          </a:p>
        </p:txBody>
      </p:sp>
      <p:sp>
        <p:nvSpPr>
          <p:cNvPr id="9" name="Content Placeholder 10"/>
          <p:cNvSpPr>
            <a:spLocks noGrp="1"/>
          </p:cNvSpPr>
          <p:nvPr>
            <p:ph sz="quarter" idx="13" hasCustomPrompt="1"/>
          </p:nvPr>
        </p:nvSpPr>
        <p:spPr>
          <a:xfrm>
            <a:off x="6301642" y="4363840"/>
            <a:ext cx="2385159" cy="2417960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8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dirty="0"/>
              <a:t>(click icons to add content)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221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5736"/>
            <a:ext cx="8229600" cy="812800"/>
          </a:xfrm>
        </p:spPr>
        <p:txBody>
          <a:bodyPr>
            <a:normAutofit/>
          </a:bodyPr>
          <a:lstStyle>
            <a:lvl1pPr algn="l">
              <a:defRPr sz="3200"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28536"/>
            <a:ext cx="4038600" cy="5053264"/>
          </a:xfrm>
        </p:spPr>
        <p:txBody>
          <a:bodyPr/>
          <a:lstStyle>
            <a:lvl1pPr marL="342900" indent="-342900">
              <a:buClrTx/>
              <a:buFont typeface="Arial"/>
              <a:buChar char="•"/>
              <a:defRPr sz="2400">
                <a:solidFill>
                  <a:schemeClr val="tx2"/>
                </a:solidFill>
              </a:defRPr>
            </a:lvl1pPr>
            <a:lvl2pPr marL="742950" indent="-285750">
              <a:buClrTx/>
              <a:buFont typeface="Arial"/>
              <a:buChar char="•"/>
              <a:defRPr sz="2000">
                <a:solidFill>
                  <a:schemeClr val="tx2"/>
                </a:solidFill>
              </a:defRPr>
            </a:lvl2pPr>
            <a:lvl3pPr marL="1143000" indent="-228600">
              <a:buClrTx/>
              <a:buFont typeface="Arial"/>
              <a:buChar char="•"/>
              <a:defRPr sz="1800">
                <a:solidFill>
                  <a:schemeClr val="tx2"/>
                </a:solidFill>
              </a:defRPr>
            </a:lvl3pPr>
            <a:lvl4pPr marL="1600200" indent="-228600">
              <a:buClrTx/>
              <a:buFont typeface="Arial"/>
              <a:buChar char="•"/>
              <a:defRPr sz="1600">
                <a:solidFill>
                  <a:schemeClr val="tx2"/>
                </a:solidFill>
              </a:defRPr>
            </a:lvl4pPr>
            <a:lvl5pPr marL="2057400" indent="-228600">
              <a:buClrTx/>
              <a:buFont typeface="Arial"/>
              <a:buChar char="•"/>
              <a:defRPr sz="1400">
                <a:solidFill>
                  <a:schemeClr val="tx2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28536"/>
            <a:ext cx="4038600" cy="5053264"/>
          </a:xfrm>
        </p:spPr>
        <p:txBody>
          <a:bodyPr/>
          <a:lstStyle>
            <a:lvl1pPr marL="342900" indent="-342900">
              <a:buClrTx/>
              <a:buFont typeface="Arial"/>
              <a:buChar char="•"/>
              <a:defRPr sz="2400">
                <a:solidFill>
                  <a:schemeClr val="tx2"/>
                </a:solidFill>
              </a:defRPr>
            </a:lvl1pPr>
            <a:lvl2pPr marL="742950" indent="-285750">
              <a:buClrTx/>
              <a:buFont typeface="Arial"/>
              <a:buChar char="•"/>
              <a:defRPr sz="2000">
                <a:solidFill>
                  <a:schemeClr val="tx2"/>
                </a:solidFill>
              </a:defRPr>
            </a:lvl2pPr>
            <a:lvl3pPr marL="1143000" indent="-228600">
              <a:buClrTx/>
              <a:buFont typeface="Arial"/>
              <a:buChar char="•"/>
              <a:defRPr sz="1800">
                <a:solidFill>
                  <a:schemeClr val="tx2"/>
                </a:solidFill>
              </a:defRPr>
            </a:lvl3pPr>
            <a:lvl4pPr marL="1600200" indent="-228600">
              <a:buClrTx/>
              <a:buFont typeface="Arial"/>
              <a:buChar char="•"/>
              <a:defRPr sz="1600">
                <a:solidFill>
                  <a:schemeClr val="tx2"/>
                </a:solidFill>
              </a:defRPr>
            </a:lvl4pPr>
            <a:lvl5pPr marL="2057400" indent="-228600">
              <a:buClrTx/>
              <a:buFont typeface="Arial"/>
              <a:buChar char="•"/>
              <a:defRPr sz="1400">
                <a:solidFill>
                  <a:schemeClr val="tx2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1385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5736"/>
            <a:ext cx="8229600" cy="801640"/>
          </a:xfrm>
        </p:spPr>
        <p:txBody>
          <a:bodyPr>
            <a:noAutofit/>
          </a:bodyPr>
          <a:lstStyle>
            <a:lvl1pPr algn="l">
              <a:defRPr sz="3200"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1" hasCustomPrompt="1"/>
          </p:nvPr>
        </p:nvSpPr>
        <p:spPr>
          <a:xfrm>
            <a:off x="457200" y="1717378"/>
            <a:ext cx="8229600" cy="5064423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8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dirty="0"/>
              <a:t>(click icons to add content)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5999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5736"/>
            <a:ext cx="8229600" cy="801640"/>
          </a:xfrm>
        </p:spPr>
        <p:txBody>
          <a:bodyPr>
            <a:noAutofit/>
          </a:bodyPr>
          <a:lstStyle>
            <a:lvl1pPr algn="l">
              <a:defRPr sz="3200"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1" hasCustomPrompt="1"/>
          </p:nvPr>
        </p:nvSpPr>
        <p:spPr>
          <a:xfrm>
            <a:off x="457200" y="1717378"/>
            <a:ext cx="5754160" cy="5064423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8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dirty="0"/>
              <a:t>(click icons to add content)</a:t>
            </a:r>
            <a:endParaRPr lang="en-US" dirty="0"/>
          </a:p>
        </p:txBody>
      </p:sp>
      <p:sp>
        <p:nvSpPr>
          <p:cNvPr id="8" name="Content Placeholder 10"/>
          <p:cNvSpPr>
            <a:spLocks noGrp="1"/>
          </p:cNvSpPr>
          <p:nvPr>
            <p:ph sz="quarter" idx="12" hasCustomPrompt="1"/>
          </p:nvPr>
        </p:nvSpPr>
        <p:spPr>
          <a:xfrm>
            <a:off x="6301642" y="1717377"/>
            <a:ext cx="2385159" cy="2568217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8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dirty="0"/>
              <a:t>(click icons to add content)</a:t>
            </a:r>
            <a:endParaRPr lang="en-US" dirty="0"/>
          </a:p>
        </p:txBody>
      </p:sp>
      <p:sp>
        <p:nvSpPr>
          <p:cNvPr id="9" name="Content Placeholder 10"/>
          <p:cNvSpPr>
            <a:spLocks noGrp="1"/>
          </p:cNvSpPr>
          <p:nvPr>
            <p:ph sz="quarter" idx="13" hasCustomPrompt="1"/>
          </p:nvPr>
        </p:nvSpPr>
        <p:spPr>
          <a:xfrm>
            <a:off x="6301642" y="4363840"/>
            <a:ext cx="2385159" cy="2417960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8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dirty="0"/>
              <a:t>(click icons to add content)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289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0665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_End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22313" y="5985491"/>
            <a:ext cx="7772400" cy="362531"/>
          </a:xfr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buNone/>
              <a:defRPr sz="2000" spc="0" baseline="0">
                <a:solidFill>
                  <a:schemeClr val="bg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Inspiring Winners since 1909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722313" y="1502547"/>
            <a:ext cx="7772400" cy="2286443"/>
          </a:xfrm>
        </p:spPr>
        <p:txBody>
          <a:bodyPr anchor="t">
            <a:noAutofit/>
          </a:bodyPr>
          <a:lstStyle>
            <a:lvl1pPr marL="0" indent="0" algn="ctr">
              <a:lnSpc>
                <a:spcPct val="80000"/>
              </a:lnSpc>
              <a:buNone/>
              <a:defRPr sz="3600" b="1" spc="0" baseline="0">
                <a:solidFill>
                  <a:schemeClr val="bg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Thank you!</a:t>
            </a:r>
          </a:p>
        </p:txBody>
      </p:sp>
      <p:pic>
        <p:nvPicPr>
          <p:cNvPr id="8" name="LU_A4_WHITE.png" descr="/Users/paulatki/Desktop/2015 LU Logos/PRINT/LU/png/For use on A4/LU_A4_WHITE.png"/>
          <p:cNvPicPr>
            <a:picLocks noChangeAspect="1"/>
          </p:cNvPicPr>
          <p:nvPr userDrawn="1"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445" y="4846973"/>
            <a:ext cx="2737110" cy="987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16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906379"/>
            <a:ext cx="8229600" cy="84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92705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BBFEFA66-9419-2A49-A041-7C28C5AE4F17}" type="datetimeFigureOut">
              <a:rPr lang="en-US" smtClean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895BD5A-1FA1-9D44-B58D-C612997E6C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201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1" r:id="rId2"/>
    <p:sldLayoutId id="2147483662" r:id="rId3"/>
    <p:sldLayoutId id="2147483671" r:id="rId4"/>
    <p:sldLayoutId id="2147483664" r:id="rId5"/>
    <p:sldLayoutId id="2147483666" r:id="rId6"/>
    <p:sldLayoutId id="2147483670" r:id="rId7"/>
    <p:sldLayoutId id="2147483667" r:id="rId8"/>
    <p:sldLayoutId id="2147483673" r:id="rId9"/>
  </p:sldLayoutIdLst>
  <p:txStyles>
    <p:titleStyle>
      <a:lvl1pPr algn="l" defTabSz="457200" rtl="0" eaLnBrk="1" latinLnBrk="0" hangingPunct="1">
        <a:spcBef>
          <a:spcPct val="0"/>
        </a:spcBef>
        <a:buNone/>
        <a:defRPr sz="36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mj.com/content/365/bmj.l2269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0" dirty="0"/>
              <a:t>Professionalism, ETHICS (and Cyber)</a:t>
            </a:r>
            <a:br>
              <a:rPr lang="en-GB" b="0" dirty="0"/>
            </a:br>
            <a:br>
              <a:rPr lang="en-GB" b="0" dirty="0"/>
            </a:br>
            <a:r>
              <a:rPr lang="en-GB" b="0" dirty="0"/>
              <a:t>Seminar Week 2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Andrew Peck</a:t>
            </a:r>
          </a:p>
        </p:txBody>
      </p:sp>
    </p:spTree>
    <p:extLst>
      <p:ext uri="{BB962C8B-B14F-4D97-AF65-F5344CB8AC3E}">
        <p14:creationId xmlns:p14="http://schemas.microsoft.com/office/powerpoint/2010/main" val="2191001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E34C0-1720-8C82-9D04-15316967B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15736"/>
            <a:ext cx="8229600" cy="812800"/>
          </a:xfrm>
        </p:spPr>
        <p:txBody>
          <a:bodyPr anchor="ctr">
            <a:normAutofit/>
          </a:bodyPr>
          <a:lstStyle/>
          <a:p>
            <a:r>
              <a:rPr lang="en-GB" dirty="0"/>
              <a:t>Week 2: Hands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D8983-7744-A430-AD66-16B1F13FF8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728536"/>
            <a:ext cx="4038600" cy="505326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1900" dirty="0"/>
              <a:t>I know what information about  me is available online</a:t>
            </a:r>
          </a:p>
          <a:p>
            <a:pPr marL="0" indent="0">
              <a:lnSpc>
                <a:spcPct val="90000"/>
              </a:lnSpc>
              <a:buNone/>
            </a:pPr>
            <a:endParaRPr lang="en-GB" sz="1900" dirty="0"/>
          </a:p>
          <a:p>
            <a:pPr marL="0" indent="0">
              <a:lnSpc>
                <a:spcPct val="90000"/>
              </a:lnSpc>
              <a:buNone/>
            </a:pPr>
            <a:endParaRPr lang="en-GB" sz="1900" dirty="0"/>
          </a:p>
          <a:p>
            <a:pPr>
              <a:lnSpc>
                <a:spcPct val="90000"/>
              </a:lnSpc>
            </a:pPr>
            <a:r>
              <a:rPr lang="en-GB" sz="1900" dirty="0"/>
              <a:t>I have chosen which information about me is available online</a:t>
            </a:r>
          </a:p>
          <a:p>
            <a:pPr>
              <a:lnSpc>
                <a:spcPct val="90000"/>
              </a:lnSpc>
            </a:pPr>
            <a:endParaRPr lang="en-GB" sz="1900" dirty="0"/>
          </a:p>
          <a:p>
            <a:pPr>
              <a:lnSpc>
                <a:spcPct val="90000"/>
              </a:lnSpc>
            </a:pPr>
            <a:endParaRPr lang="en-GB" sz="1900" dirty="0"/>
          </a:p>
          <a:p>
            <a:pPr>
              <a:lnSpc>
                <a:spcPct val="90000"/>
              </a:lnSpc>
            </a:pPr>
            <a:r>
              <a:rPr lang="en-GB" sz="1900" dirty="0"/>
              <a:t>I have been involved in disputes, arguments or embarrassment about information about me available online</a:t>
            </a:r>
          </a:p>
          <a:p>
            <a:pPr>
              <a:lnSpc>
                <a:spcPct val="90000"/>
              </a:lnSpc>
            </a:pPr>
            <a:endParaRPr lang="en-GB" sz="1900" dirty="0"/>
          </a:p>
          <a:p>
            <a:pPr>
              <a:lnSpc>
                <a:spcPct val="90000"/>
              </a:lnSpc>
            </a:pPr>
            <a:endParaRPr lang="en-GB" sz="1900" dirty="0"/>
          </a:p>
          <a:p>
            <a:pPr>
              <a:lnSpc>
                <a:spcPct val="90000"/>
              </a:lnSpc>
            </a:pPr>
            <a:r>
              <a:rPr lang="en-GB" sz="1900" dirty="0"/>
              <a:t>I worry about my safety and privacy due to information available about me online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36F012-FF10-61CC-3E85-C054FCD9D1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7213" r="24636"/>
          <a:stretch>
            <a:fillRect/>
          </a:stretch>
        </p:blipFill>
        <p:spPr>
          <a:xfrm>
            <a:off x="4648200" y="1728536"/>
            <a:ext cx="4038600" cy="505326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10668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C51F5-893C-33DC-D1CA-FE02B4B17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Consent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18058-56A8-1486-986C-FB6B3C2C8F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1728536"/>
            <a:ext cx="8143875" cy="3929314"/>
          </a:xfrm>
        </p:spPr>
        <p:txBody>
          <a:bodyPr>
            <a:normAutofit/>
          </a:bodyPr>
          <a:lstStyle/>
          <a:p>
            <a:r>
              <a:rPr lang="en-GB" dirty="0"/>
              <a:t>This workshop will involve OSINT/Researching a colleague – if you are uncomfortable being researched by your colleague, please say so now.</a:t>
            </a:r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  <a:p>
            <a:r>
              <a:rPr lang="en-GB" dirty="0"/>
              <a:t>Once the exercise starts, what is discovered may not be within your control.</a:t>
            </a:r>
            <a:br>
              <a:rPr lang="en-GB" dirty="0"/>
            </a:b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06160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74E08-DC65-CCFB-0FB7-AB75733C6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9E319-3FCF-FDFB-DEB1-7BCDC026D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C4137-2DFC-D847-3FF4-2BC0A8C34B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1728535"/>
            <a:ext cx="8143875" cy="487228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/>
              <a:t>Move around the room, and find a partner you don’t normally work with.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Exchange your full, legal names only. You now know only their name and that they study here: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Google your partner: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What data do you discover?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Ask ChatGPT about your partner: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What new information do you discover?</a:t>
            </a:r>
          </a:p>
          <a:p>
            <a:pPr lvl="1"/>
            <a:r>
              <a:rPr lang="en-GB" dirty="0"/>
              <a:t>Are there any hallucinations in the data?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8089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091E1-8A8D-405B-858A-671AD1966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D8B91-F313-5700-246A-ACA81487CC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728536"/>
            <a:ext cx="8229600" cy="5053264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Add your partner’s home town to your search criteria: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What new information do you discover?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b="1" dirty="0"/>
              <a:t>Do you think you can find your partner’s </a:t>
            </a:r>
            <a:br>
              <a:rPr lang="en-GB" b="1" dirty="0"/>
            </a:br>
            <a:r>
              <a:rPr lang="en-GB" b="1" dirty="0"/>
              <a:t>birth certificate/parents birth </a:t>
            </a:r>
            <a:br>
              <a:rPr lang="en-GB" b="1" dirty="0"/>
            </a:br>
            <a:r>
              <a:rPr lang="en-GB" b="1" dirty="0"/>
              <a:t>certificates? Photos/plans of </a:t>
            </a:r>
            <a:br>
              <a:rPr lang="en-GB" b="1" dirty="0"/>
            </a:br>
            <a:r>
              <a:rPr lang="en-GB" b="1" dirty="0"/>
              <a:t>the inside of their home?</a:t>
            </a:r>
          </a:p>
          <a:p>
            <a:endParaRPr lang="en-GB" dirty="0"/>
          </a:p>
        </p:txBody>
      </p:sp>
      <p:pic>
        <p:nvPicPr>
          <p:cNvPr id="1026" name="Picture 2" descr="Classic board game Guess Who? is being adapted into a television game show  | Dicebreaker">
            <a:extLst>
              <a:ext uri="{FF2B5EF4-FFF2-40B4-BE49-F238E27FC236}">
                <a16:creationId xmlns:a16="http://schemas.microsoft.com/office/drawing/2014/main" id="{5BE4DD85-BA9C-C77F-6210-BED6BD06A3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4610" y="4255168"/>
            <a:ext cx="3283526" cy="2462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5947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90FAD-B1E0-8C0F-C638-8D7512680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65FED-D39C-B244-EDB8-BC36F89EC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D2863-69EB-6307-D1FE-9BBFFED57A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1728535"/>
            <a:ext cx="8143875" cy="48722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Identify which items in your search history would have:</a:t>
            </a:r>
          </a:p>
          <a:p>
            <a:pPr marL="0" indent="0">
              <a:buNone/>
            </a:pPr>
            <a:endParaRPr lang="en-GB" dirty="0"/>
          </a:p>
          <a:p>
            <a:pPr marL="457200" indent="-457200">
              <a:buAutoNum type="alphaLcParenBoth"/>
            </a:pPr>
            <a:r>
              <a:rPr lang="en-GB" dirty="0"/>
              <a:t>Enabled you to embarrass/blackmail your partner</a:t>
            </a:r>
          </a:p>
          <a:p>
            <a:pPr marL="457200" indent="-457200">
              <a:buAutoNum type="alphaLcParenBoth"/>
            </a:pPr>
            <a:r>
              <a:rPr lang="en-GB" dirty="0"/>
              <a:t>Target your partner for other crimes</a:t>
            </a:r>
          </a:p>
          <a:p>
            <a:pPr marL="457200" indent="-457200">
              <a:buAutoNum type="alphaLcParenBoth"/>
            </a:pPr>
            <a:r>
              <a:rPr lang="en-GB" dirty="0"/>
              <a:t>Change your opinion of your partner as a job candidate</a:t>
            </a:r>
          </a:p>
          <a:p>
            <a:pPr marL="457200" indent="-457200">
              <a:buAutoNum type="alphaLcParenBoth"/>
            </a:pPr>
            <a:r>
              <a:rPr lang="en-GB" dirty="0"/>
              <a:t>Which data discovered is covered by GDPR 2018 in some way</a:t>
            </a:r>
          </a:p>
          <a:p>
            <a:pPr marL="457200" indent="-457200">
              <a:buAutoNum type="alphaLcParenBoth"/>
            </a:pPr>
            <a:endParaRPr lang="en-GB" dirty="0"/>
          </a:p>
          <a:p>
            <a:pPr marL="457200" indent="-457200">
              <a:buAutoNum type="alphaLcParenBoth"/>
            </a:pPr>
            <a:endParaRPr lang="en-GB" dirty="0"/>
          </a:p>
          <a:p>
            <a:pPr marL="457200" indent="-457200">
              <a:buAutoNum type="alphaLcParenBoth"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93306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DB3FE-0E24-0E29-00C4-206F8BECA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C37E8-7097-EF8C-9D51-DD8D58D98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49CEC-1974-928A-029E-A8CB2CB719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1728535"/>
            <a:ext cx="8143875" cy="48722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Did you know this information was online about yourself?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Pick some of the information and identify how you would have it removed from public view or the internet.</a:t>
            </a:r>
          </a:p>
          <a:p>
            <a:pPr marL="457200" indent="-457200">
              <a:buAutoNum type="alphaLcParenBoth"/>
            </a:pPr>
            <a:endParaRPr lang="en-GB" dirty="0"/>
          </a:p>
          <a:p>
            <a:pPr marL="457200" indent="-457200">
              <a:buAutoNum type="alphaLcParenBoth"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7392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4E121-C995-D6AE-A043-6D3F13248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7315F-4B62-FAD7-2DF5-2199BA2FC0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1719011"/>
            <a:ext cx="8353425" cy="505326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We’re now going to consider the former Prime Minister Rishi Sunak.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Using nothing but google/the internet, see if you can identify:</a:t>
            </a:r>
          </a:p>
          <a:p>
            <a:pPr marL="0" indent="0">
              <a:buNone/>
            </a:pPr>
            <a:endParaRPr lang="en-GB" dirty="0"/>
          </a:p>
          <a:p>
            <a:pPr marL="457200" indent="-457200">
              <a:buAutoNum type="alphaLcParenBoth"/>
            </a:pPr>
            <a:r>
              <a:rPr lang="en-GB" dirty="0"/>
              <a:t>His north Yorkshire home address</a:t>
            </a:r>
          </a:p>
          <a:p>
            <a:pPr marL="457200" indent="-457200">
              <a:buAutoNum type="alphaLcParenBoth"/>
            </a:pPr>
            <a:r>
              <a:rPr lang="en-GB" dirty="0"/>
              <a:t>Which electricity substations control the power to his home</a:t>
            </a:r>
          </a:p>
          <a:p>
            <a:pPr marL="457200" indent="-457200">
              <a:buAutoNum type="alphaLcParenBoth"/>
            </a:pPr>
            <a:r>
              <a:rPr lang="en-GB" dirty="0"/>
              <a:t>News stories about the power to his home</a:t>
            </a:r>
          </a:p>
          <a:p>
            <a:pPr marL="457200" indent="-457200">
              <a:buAutoNum type="alphaLcParenBoth"/>
            </a:pPr>
            <a:endParaRPr lang="en-GB" dirty="0"/>
          </a:p>
          <a:p>
            <a:pPr marL="0" indent="0">
              <a:buNone/>
            </a:pPr>
            <a:r>
              <a:rPr lang="en-GB" dirty="0"/>
              <a:t>Discussion:</a:t>
            </a:r>
            <a:br>
              <a:rPr lang="en-GB" dirty="0"/>
            </a:br>
            <a:r>
              <a:rPr lang="en-GB" dirty="0"/>
              <a:t>Why is this data being public problematic?</a:t>
            </a:r>
          </a:p>
        </p:txBody>
      </p:sp>
    </p:spTree>
    <p:extLst>
      <p:ext uri="{BB962C8B-B14F-4D97-AF65-F5344CB8AC3E}">
        <p14:creationId xmlns:p14="http://schemas.microsoft.com/office/powerpoint/2010/main" val="2896062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D04FC-9767-293F-F778-CE66589D2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A88F6-0180-868F-A1EE-37B765B6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7B691-36D0-8A29-549B-62DE5E5120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1719011"/>
            <a:ext cx="8353425" cy="1929064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Read: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https://www.gov.uk/government/news/government-leads-global-fight-against-deepfake-threats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008B4A-7192-A8F7-8140-03EC7D08266B}"/>
              </a:ext>
            </a:extLst>
          </p:cNvPr>
          <p:cNvSpPr txBox="1"/>
          <p:nvPr/>
        </p:nvSpPr>
        <p:spPr>
          <a:xfrm>
            <a:off x="3219450" y="4510533"/>
            <a:ext cx="46863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/>
              <a:t>DEBATE</a:t>
            </a:r>
          </a:p>
        </p:txBody>
      </p:sp>
    </p:spTree>
    <p:extLst>
      <p:ext uri="{BB962C8B-B14F-4D97-AF65-F5344CB8AC3E}">
        <p14:creationId xmlns:p14="http://schemas.microsoft.com/office/powerpoint/2010/main" val="251628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44388-18E1-36E2-49B3-16F596F47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DED08-CD02-D1AB-DFA8-D1CF4F165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Week 2: Hands Up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6BE2B-AAA5-7A85-D81C-3A979E09F8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728536"/>
            <a:ext cx="8073736" cy="5053264"/>
          </a:xfrm>
        </p:spPr>
        <p:txBody>
          <a:bodyPr>
            <a:normAutofit/>
          </a:bodyPr>
          <a:lstStyle/>
          <a:p>
            <a:r>
              <a:rPr lang="en-GB" dirty="0"/>
              <a:t>I was wrong about what data was available about me online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I would worry if I found this amount of data about a family member I consider vulnerable (child/grandparent/sibling)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The further embellishment of my data online worries me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5182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E8D39-9A4A-944F-2EF6-9289EF77F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0DC175-8E53-3B17-2692-8550CED19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Reflection TIME</a:t>
            </a:r>
          </a:p>
        </p:txBody>
      </p:sp>
    </p:spTree>
    <p:extLst>
      <p:ext uri="{BB962C8B-B14F-4D97-AF65-F5344CB8AC3E}">
        <p14:creationId xmlns:p14="http://schemas.microsoft.com/office/powerpoint/2010/main" val="5318767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74CA395-0E04-EA8A-0156-9FBDDE7BF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Reflection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A56442-B651-D589-BBF2-68026F2F3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How much consent is required for data to be shared?</a:t>
            </a:r>
          </a:p>
          <a:p>
            <a:endParaRPr lang="en-GB" dirty="0"/>
          </a:p>
          <a:p>
            <a:r>
              <a:rPr lang="en-GB" dirty="0"/>
              <a:t>Should social media firms follow similar ethical rules to academics?</a:t>
            </a:r>
          </a:p>
          <a:p>
            <a:endParaRPr lang="en-GB" dirty="0"/>
          </a:p>
          <a:p>
            <a:r>
              <a:rPr lang="en-GB" dirty="0"/>
              <a:t>Is it ever “just information”? What harms could be committed by a suitably motivated individual?</a:t>
            </a:r>
          </a:p>
          <a:p>
            <a:endParaRPr lang="en-GB" dirty="0"/>
          </a:p>
          <a:p>
            <a:r>
              <a:rPr lang="en-GB" dirty="0"/>
              <a:t>What are my potential responsibilities as an AI/Data/Cyber/CS practitioner regarding the data of others?</a:t>
            </a:r>
          </a:p>
        </p:txBody>
      </p:sp>
    </p:spTree>
    <p:extLst>
      <p:ext uri="{BB962C8B-B14F-4D97-AF65-F5344CB8AC3E}">
        <p14:creationId xmlns:p14="http://schemas.microsoft.com/office/powerpoint/2010/main" val="22023719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7971B-E416-47B6-33A4-95E48317C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Additional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CCC8C-4722-5D9E-DD02-B947E1E8E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40206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B1D7F-95E8-D12E-E121-AF0C019C2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Filmography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6FEF5-C821-72E4-2B21-A99B31A19F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films do you wish your colleagues had watched to understand this topic </a:t>
            </a:r>
            <a:r>
              <a:rPr lang="en-GB"/>
              <a:t>area better?</a:t>
            </a:r>
          </a:p>
        </p:txBody>
      </p:sp>
    </p:spTree>
    <p:extLst>
      <p:ext uri="{BB962C8B-B14F-4D97-AF65-F5344CB8AC3E}">
        <p14:creationId xmlns:p14="http://schemas.microsoft.com/office/powerpoint/2010/main" val="4079634111"/>
      </p:ext>
    </p:extLst>
  </p:cSld>
  <p:clrMapOvr>
    <a:masterClrMapping/>
  </p:clrMapOvr>
</p:sld>
</file>

<file path=ppt/theme/theme1.xml><?xml version="1.0" encoding="utf-8"?>
<a:theme xmlns:a="http://schemas.openxmlformats.org/drawingml/2006/main" name="LU_2015">
  <a:themeElements>
    <a:clrScheme name="Custom 10">
      <a:dk1>
        <a:srgbClr val="6F3092"/>
      </a:dk1>
      <a:lt1>
        <a:srgbClr val="FFFFFF"/>
      </a:lt1>
      <a:dk2>
        <a:srgbClr val="361163"/>
      </a:dk2>
      <a:lt2>
        <a:srgbClr val="CBCECE"/>
      </a:lt2>
      <a:accent1>
        <a:srgbClr val="6F3092"/>
      </a:accent1>
      <a:accent2>
        <a:srgbClr val="B70062"/>
      </a:accent2>
      <a:accent3>
        <a:srgbClr val="ED2482"/>
      </a:accent3>
      <a:accent4>
        <a:srgbClr val="D02F8C"/>
      </a:accent4>
      <a:accent5>
        <a:srgbClr val="ED2482"/>
      </a:accent5>
      <a:accent6>
        <a:srgbClr val="F26A38"/>
      </a:accent6>
      <a:hlink>
        <a:srgbClr val="8C8C8D"/>
      </a:hlink>
      <a:folHlink>
        <a:srgbClr val="525E66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LU_2015.thmx</Template>
  <TotalTime>18728</TotalTime>
  <Words>694</Words>
  <Application>Microsoft Office PowerPoint</Application>
  <PresentationFormat>On-screen Show (4:3)</PresentationFormat>
  <Paragraphs>115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LU_2015</vt:lpstr>
      <vt:lpstr>Professionalism, ETHICS (and Cyber)  Seminar Week 2</vt:lpstr>
      <vt:lpstr>Week 2: Hands Up</vt:lpstr>
      <vt:lpstr>Consent</vt:lpstr>
      <vt:lpstr>Task 1</vt:lpstr>
      <vt:lpstr>Task 2</vt:lpstr>
      <vt:lpstr>Task 3</vt:lpstr>
      <vt:lpstr>Task 4</vt:lpstr>
      <vt:lpstr>Task 5</vt:lpstr>
      <vt:lpstr>Task 6</vt:lpstr>
      <vt:lpstr>Week 2: Hands Up (2)</vt:lpstr>
      <vt:lpstr>Reflection TIME</vt:lpstr>
      <vt:lpstr>Reflection</vt:lpstr>
      <vt:lpstr>Additional Tools</vt:lpstr>
      <vt:lpstr>Filmography</vt:lpstr>
    </vt:vector>
  </TitlesOfParts>
  <Company>Loughborough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Loughborough</dc:title>
  <dc:creator>clearlyandrew@gmail.com</dc:creator>
  <cp:lastModifiedBy>Andrew Peck</cp:lastModifiedBy>
  <cp:revision>99</cp:revision>
  <cp:lastPrinted>2025-12-02T09:23:17Z</cp:lastPrinted>
  <dcterms:created xsi:type="dcterms:W3CDTF">2015-08-20T15:34:37Z</dcterms:created>
  <dcterms:modified xsi:type="dcterms:W3CDTF">2026-02-09T14:16:34Z</dcterms:modified>
</cp:coreProperties>
</file>