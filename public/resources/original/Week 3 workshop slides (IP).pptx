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73" r:id="rId9"/>
    <p:sldId id="274" r:id="rId10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B22A8-15FB-403D-A920-BBA3C94AB487}" v="2" dt="2026-02-16T13:15:09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987" autoAdjust="0"/>
  </p:normalViewPr>
  <p:slideViewPr>
    <p:cSldViewPr snapToGrid="0" snapToObjects="1">
      <p:cViewPr varScale="1">
        <p:scale>
          <a:sx n="105" d="100"/>
          <a:sy n="105" d="100"/>
        </p:scale>
        <p:origin x="2484" y="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sorterViewPr>
    <p:cViewPr>
      <p:scale>
        <a:sx n="158" d="100"/>
        <a:sy n="158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-3846" y="-12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eck" userId="4bb5f5f4-3b99-4404-9b08-cae7dcb06df5" providerId="ADAL" clId="{9D56E95F-BED3-4B0C-8D4C-CB7DDB53631A}"/>
    <pc:docChg chg="custSel addSld delSld modSld">
      <pc:chgData name="Andrew Peck" userId="4bb5f5f4-3b99-4404-9b08-cae7dcb06df5" providerId="ADAL" clId="{9D56E95F-BED3-4B0C-8D4C-CB7DDB53631A}" dt="2026-02-16T16:27:33.406" v="1944" actId="20577"/>
      <pc:docMkLst>
        <pc:docMk/>
      </pc:docMkLst>
      <pc:sldChg chg="modSp mod">
        <pc:chgData name="Andrew Peck" userId="4bb5f5f4-3b99-4404-9b08-cae7dcb06df5" providerId="ADAL" clId="{9D56E95F-BED3-4B0C-8D4C-CB7DDB53631A}" dt="2026-02-16T15:19:21.557" v="560" actId="20577"/>
        <pc:sldMkLst>
          <pc:docMk/>
          <pc:sldMk cId="2191001994" sldId="256"/>
        </pc:sldMkLst>
        <pc:spChg chg="mod">
          <ac:chgData name="Andrew Peck" userId="4bb5f5f4-3b99-4404-9b08-cae7dcb06df5" providerId="ADAL" clId="{9D56E95F-BED3-4B0C-8D4C-CB7DDB53631A}" dt="2026-02-16T15:19:21.557" v="560" actId="20577"/>
          <ac:spMkLst>
            <pc:docMk/>
            <pc:sldMk cId="2191001994" sldId="256"/>
            <ac:spMk id="5" creationId="{00000000-0000-0000-0000-000000000000}"/>
          </ac:spMkLst>
        </pc:spChg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4105505666" sldId="257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2908985233" sldId="258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4101210012" sldId="259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188625170" sldId="260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2873343878" sldId="261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1531521479" sldId="262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307086304" sldId="263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1801458166" sldId="264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3925314308" sldId="265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3062946016" sldId="266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1157325591" sldId="267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3567799708" sldId="268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7622486" sldId="269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3173277032" sldId="270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63905445" sldId="271"/>
        </pc:sldMkLst>
      </pc:sldChg>
      <pc:sldChg chg="del">
        <pc:chgData name="Andrew Peck" userId="4bb5f5f4-3b99-4404-9b08-cae7dcb06df5" providerId="ADAL" clId="{9D56E95F-BED3-4B0C-8D4C-CB7DDB53631A}" dt="2026-02-16T13:13:09.293" v="24" actId="47"/>
        <pc:sldMkLst>
          <pc:docMk/>
          <pc:sldMk cId="794416250" sldId="272"/>
        </pc:sldMkLst>
      </pc:sldChg>
      <pc:sldChg chg="addSp delSp modSp mod">
        <pc:chgData name="Andrew Peck" userId="4bb5f5f4-3b99-4404-9b08-cae7dcb06df5" providerId="ADAL" clId="{9D56E95F-BED3-4B0C-8D4C-CB7DDB53631A}" dt="2026-02-16T13:12:59.409" v="23" actId="20577"/>
        <pc:sldMkLst>
          <pc:docMk/>
          <pc:sldMk cId="662925836" sldId="273"/>
        </pc:sldMkLst>
        <pc:spChg chg="mod">
          <ac:chgData name="Andrew Peck" userId="4bb5f5f4-3b99-4404-9b08-cae7dcb06df5" providerId="ADAL" clId="{9D56E95F-BED3-4B0C-8D4C-CB7DDB53631A}" dt="2026-02-16T13:12:37.122" v="9" actId="20577"/>
          <ac:spMkLst>
            <pc:docMk/>
            <pc:sldMk cId="662925836" sldId="273"/>
            <ac:spMk id="2" creationId="{FAFCD415-AACF-E514-286B-979298FFE61C}"/>
          </ac:spMkLst>
        </pc:spChg>
        <pc:spChg chg="mod">
          <ac:chgData name="Andrew Peck" userId="4bb5f5f4-3b99-4404-9b08-cae7dcb06df5" providerId="ADAL" clId="{9D56E95F-BED3-4B0C-8D4C-CB7DDB53631A}" dt="2026-02-16T13:12:59.409" v="23" actId="20577"/>
          <ac:spMkLst>
            <pc:docMk/>
            <pc:sldMk cId="662925836" sldId="273"/>
            <ac:spMk id="3" creationId="{F0190C8D-D90A-1B59-D9BA-7D87E3FB05E3}"/>
          </ac:spMkLst>
        </pc:spChg>
        <pc:spChg chg="del">
          <ac:chgData name="Andrew Peck" userId="4bb5f5f4-3b99-4404-9b08-cae7dcb06df5" providerId="ADAL" clId="{9D56E95F-BED3-4B0C-8D4C-CB7DDB53631A}" dt="2026-02-16T13:12:49.319" v="16" actId="478"/>
          <ac:spMkLst>
            <pc:docMk/>
            <pc:sldMk cId="662925836" sldId="273"/>
            <ac:spMk id="5" creationId="{96D57433-583C-E38E-26D4-DF801283005F}"/>
          </ac:spMkLst>
        </pc:spChg>
        <pc:spChg chg="del">
          <ac:chgData name="Andrew Peck" userId="4bb5f5f4-3b99-4404-9b08-cae7dcb06df5" providerId="ADAL" clId="{9D56E95F-BED3-4B0C-8D4C-CB7DDB53631A}" dt="2026-02-16T13:12:46.870" v="14" actId="478"/>
          <ac:spMkLst>
            <pc:docMk/>
            <pc:sldMk cId="662925836" sldId="273"/>
            <ac:spMk id="8" creationId="{F9272B75-283F-E157-BBE8-BC1F76677BB2}"/>
          </ac:spMkLst>
        </pc:spChg>
        <pc:spChg chg="add del mod">
          <ac:chgData name="Andrew Peck" userId="4bb5f5f4-3b99-4404-9b08-cae7dcb06df5" providerId="ADAL" clId="{9D56E95F-BED3-4B0C-8D4C-CB7DDB53631A}" dt="2026-02-16T13:12:48.230" v="15" actId="478"/>
          <ac:spMkLst>
            <pc:docMk/>
            <pc:sldMk cId="662925836" sldId="273"/>
            <ac:spMk id="12" creationId="{23D289E5-F54A-3441-5253-EDF7C591DEA2}"/>
          </ac:spMkLst>
        </pc:spChg>
        <pc:picChg chg="del">
          <ac:chgData name="Andrew Peck" userId="4bb5f5f4-3b99-4404-9b08-cae7dcb06df5" providerId="ADAL" clId="{9D56E95F-BED3-4B0C-8D4C-CB7DDB53631A}" dt="2026-02-16T13:12:46.870" v="14" actId="478"/>
          <ac:picMkLst>
            <pc:docMk/>
            <pc:sldMk cId="662925836" sldId="273"/>
            <ac:picMk id="7" creationId="{944066A5-6095-1CFD-45D7-6819814ADDE2}"/>
          </ac:picMkLst>
        </pc:picChg>
      </pc:sldChg>
      <pc:sldChg chg="addSp delSp modSp new mod modClrScheme chgLayout">
        <pc:chgData name="Andrew Peck" userId="4bb5f5f4-3b99-4404-9b08-cae7dcb06df5" providerId="ADAL" clId="{9D56E95F-BED3-4B0C-8D4C-CB7DDB53631A}" dt="2026-02-16T13:15:15.637" v="291" actId="14100"/>
        <pc:sldMkLst>
          <pc:docMk/>
          <pc:sldMk cId="918596495" sldId="275"/>
        </pc:sldMkLst>
        <pc:spChg chg="del mod ord">
          <ac:chgData name="Andrew Peck" userId="4bb5f5f4-3b99-4404-9b08-cae7dcb06df5" providerId="ADAL" clId="{9D56E95F-BED3-4B0C-8D4C-CB7DDB53631A}" dt="2026-02-16T13:13:22.560" v="26" actId="700"/>
          <ac:spMkLst>
            <pc:docMk/>
            <pc:sldMk cId="918596495" sldId="275"/>
            <ac:spMk id="2" creationId="{6CFECE21-8D00-0D9A-A68A-EEC806052051}"/>
          </ac:spMkLst>
        </pc:spChg>
        <pc:spChg chg="del mod ord">
          <ac:chgData name="Andrew Peck" userId="4bb5f5f4-3b99-4404-9b08-cae7dcb06df5" providerId="ADAL" clId="{9D56E95F-BED3-4B0C-8D4C-CB7DDB53631A}" dt="2026-02-16T13:13:22.560" v="26" actId="700"/>
          <ac:spMkLst>
            <pc:docMk/>
            <pc:sldMk cId="918596495" sldId="275"/>
            <ac:spMk id="3" creationId="{2CF3C997-A62A-3CAD-01AD-711CB9EC43E7}"/>
          </ac:spMkLst>
        </pc:spChg>
        <pc:spChg chg="add mod ord">
          <ac:chgData name="Andrew Peck" userId="4bb5f5f4-3b99-4404-9b08-cae7dcb06df5" providerId="ADAL" clId="{9D56E95F-BED3-4B0C-8D4C-CB7DDB53631A}" dt="2026-02-16T13:13:27.640" v="43" actId="20577"/>
          <ac:spMkLst>
            <pc:docMk/>
            <pc:sldMk cId="918596495" sldId="275"/>
            <ac:spMk id="4" creationId="{DFD48D19-AC1C-8206-A12A-ACBE608953F5}"/>
          </ac:spMkLst>
        </pc:spChg>
        <pc:spChg chg="add mod ord">
          <ac:chgData name="Andrew Peck" userId="4bb5f5f4-3b99-4404-9b08-cae7dcb06df5" providerId="ADAL" clId="{9D56E95F-BED3-4B0C-8D4C-CB7DDB53631A}" dt="2026-02-16T13:15:15.637" v="291" actId="14100"/>
          <ac:spMkLst>
            <pc:docMk/>
            <pc:sldMk cId="918596495" sldId="275"/>
            <ac:spMk id="5" creationId="{317FC4F1-9C39-2538-C95D-C84011070D30}"/>
          </ac:spMkLst>
        </pc:spChg>
        <pc:picChg chg="add mod">
          <ac:chgData name="Andrew Peck" userId="4bb5f5f4-3b99-4404-9b08-cae7dcb06df5" providerId="ADAL" clId="{9D56E95F-BED3-4B0C-8D4C-CB7DDB53631A}" dt="2026-02-16T13:15:11.937" v="290" actId="1076"/>
          <ac:picMkLst>
            <pc:docMk/>
            <pc:sldMk cId="918596495" sldId="275"/>
            <ac:picMk id="6" creationId="{9CAB6061-84BC-8950-0073-9347D20A0BAF}"/>
          </ac:picMkLst>
        </pc:picChg>
      </pc:sldChg>
      <pc:sldChg chg="modSp new mod modNotesTx">
        <pc:chgData name="Andrew Peck" userId="4bb5f5f4-3b99-4404-9b08-cae7dcb06df5" providerId="ADAL" clId="{9D56E95F-BED3-4B0C-8D4C-CB7DDB53631A}" dt="2026-02-16T13:17:20.062" v="552" actId="20577"/>
        <pc:sldMkLst>
          <pc:docMk/>
          <pc:sldMk cId="3635147154" sldId="276"/>
        </pc:sldMkLst>
        <pc:spChg chg="mod">
          <ac:chgData name="Andrew Peck" userId="4bb5f5f4-3b99-4404-9b08-cae7dcb06df5" providerId="ADAL" clId="{9D56E95F-BED3-4B0C-8D4C-CB7DDB53631A}" dt="2026-02-16T13:15:33.512" v="306" actId="20577"/>
          <ac:spMkLst>
            <pc:docMk/>
            <pc:sldMk cId="3635147154" sldId="276"/>
            <ac:spMk id="2" creationId="{F4377F82-3DCA-53EB-D2C3-5A5E591B863F}"/>
          </ac:spMkLst>
        </pc:spChg>
        <pc:spChg chg="mod">
          <ac:chgData name="Andrew Peck" userId="4bb5f5f4-3b99-4404-9b08-cae7dcb06df5" providerId="ADAL" clId="{9D56E95F-BED3-4B0C-8D4C-CB7DDB53631A}" dt="2026-02-16T13:17:04.363" v="465" actId="20577"/>
          <ac:spMkLst>
            <pc:docMk/>
            <pc:sldMk cId="3635147154" sldId="276"/>
            <ac:spMk id="3" creationId="{DA0D5931-56D2-943C-C632-A2E794DD5CF8}"/>
          </ac:spMkLst>
        </pc:spChg>
      </pc:sldChg>
      <pc:sldChg chg="modSp new mod">
        <pc:chgData name="Andrew Peck" userId="4bb5f5f4-3b99-4404-9b08-cae7dcb06df5" providerId="ADAL" clId="{9D56E95F-BED3-4B0C-8D4C-CB7DDB53631A}" dt="2026-02-16T15:23:32.238" v="780" actId="20577"/>
        <pc:sldMkLst>
          <pc:docMk/>
          <pc:sldMk cId="3795753937" sldId="277"/>
        </pc:sldMkLst>
        <pc:spChg chg="mod">
          <ac:chgData name="Andrew Peck" userId="4bb5f5f4-3b99-4404-9b08-cae7dcb06df5" providerId="ADAL" clId="{9D56E95F-BED3-4B0C-8D4C-CB7DDB53631A}" dt="2026-02-16T15:22:39.905" v="574" actId="20577"/>
          <ac:spMkLst>
            <pc:docMk/>
            <pc:sldMk cId="3795753937" sldId="277"/>
            <ac:spMk id="2" creationId="{AC85D840-CB48-7FC4-CEC3-E4B98EA665A7}"/>
          </ac:spMkLst>
        </pc:spChg>
        <pc:spChg chg="mod">
          <ac:chgData name="Andrew Peck" userId="4bb5f5f4-3b99-4404-9b08-cae7dcb06df5" providerId="ADAL" clId="{9D56E95F-BED3-4B0C-8D4C-CB7DDB53631A}" dt="2026-02-16T15:23:32.238" v="780" actId="20577"/>
          <ac:spMkLst>
            <pc:docMk/>
            <pc:sldMk cId="3795753937" sldId="277"/>
            <ac:spMk id="3" creationId="{CAE951A1-3F63-4CB6-A0A4-2DEE8AD38401}"/>
          </ac:spMkLst>
        </pc:spChg>
      </pc:sldChg>
      <pc:sldChg chg="modSp new mod">
        <pc:chgData name="Andrew Peck" userId="4bb5f5f4-3b99-4404-9b08-cae7dcb06df5" providerId="ADAL" clId="{9D56E95F-BED3-4B0C-8D4C-CB7DDB53631A}" dt="2026-02-16T16:02:41.024" v="1526" actId="20577"/>
        <pc:sldMkLst>
          <pc:docMk/>
          <pc:sldMk cId="1751004454" sldId="278"/>
        </pc:sldMkLst>
        <pc:spChg chg="mod">
          <ac:chgData name="Andrew Peck" userId="4bb5f5f4-3b99-4404-9b08-cae7dcb06df5" providerId="ADAL" clId="{9D56E95F-BED3-4B0C-8D4C-CB7DDB53631A}" dt="2026-02-16T15:56:46.330" v="827" actId="20577"/>
          <ac:spMkLst>
            <pc:docMk/>
            <pc:sldMk cId="1751004454" sldId="278"/>
            <ac:spMk id="2" creationId="{3F1A164A-64C5-F81C-0DC9-F8BD953E92D3}"/>
          </ac:spMkLst>
        </pc:spChg>
        <pc:spChg chg="mod">
          <ac:chgData name="Andrew Peck" userId="4bb5f5f4-3b99-4404-9b08-cae7dcb06df5" providerId="ADAL" clId="{9D56E95F-BED3-4B0C-8D4C-CB7DDB53631A}" dt="2026-02-16T16:02:41.024" v="1526" actId="20577"/>
          <ac:spMkLst>
            <pc:docMk/>
            <pc:sldMk cId="1751004454" sldId="278"/>
            <ac:spMk id="3" creationId="{AAA0F123-79E2-DBCA-BDE5-D8A07AF37A84}"/>
          </ac:spMkLst>
        </pc:spChg>
      </pc:sldChg>
      <pc:sldChg chg="modSp new mod">
        <pc:chgData name="Andrew Peck" userId="4bb5f5f4-3b99-4404-9b08-cae7dcb06df5" providerId="ADAL" clId="{9D56E95F-BED3-4B0C-8D4C-CB7DDB53631A}" dt="2026-02-16T16:10:39.739" v="1754" actId="20577"/>
        <pc:sldMkLst>
          <pc:docMk/>
          <pc:sldMk cId="1136522245" sldId="279"/>
        </pc:sldMkLst>
        <pc:spChg chg="mod">
          <ac:chgData name="Andrew Peck" userId="4bb5f5f4-3b99-4404-9b08-cae7dcb06df5" providerId="ADAL" clId="{9D56E95F-BED3-4B0C-8D4C-CB7DDB53631A}" dt="2026-02-16T16:09:34.944" v="1542" actId="20577"/>
          <ac:spMkLst>
            <pc:docMk/>
            <pc:sldMk cId="1136522245" sldId="279"/>
            <ac:spMk id="2" creationId="{8118D28C-A002-75D0-CD1A-DA69382F8EAB}"/>
          </ac:spMkLst>
        </pc:spChg>
        <pc:spChg chg="mod">
          <ac:chgData name="Andrew Peck" userId="4bb5f5f4-3b99-4404-9b08-cae7dcb06df5" providerId="ADAL" clId="{9D56E95F-BED3-4B0C-8D4C-CB7DDB53631A}" dt="2026-02-16T16:10:39.739" v="1754" actId="20577"/>
          <ac:spMkLst>
            <pc:docMk/>
            <pc:sldMk cId="1136522245" sldId="279"/>
            <ac:spMk id="3" creationId="{4416736C-1063-245B-4CAF-20AF3EBE8E4D}"/>
          </ac:spMkLst>
        </pc:spChg>
      </pc:sldChg>
      <pc:sldChg chg="modSp new mod">
        <pc:chgData name="Andrew Peck" userId="4bb5f5f4-3b99-4404-9b08-cae7dcb06df5" providerId="ADAL" clId="{9D56E95F-BED3-4B0C-8D4C-CB7DDB53631A}" dt="2026-02-16T16:27:33.406" v="1944" actId="20577"/>
        <pc:sldMkLst>
          <pc:docMk/>
          <pc:sldMk cId="3568034078" sldId="280"/>
        </pc:sldMkLst>
        <pc:spChg chg="mod">
          <ac:chgData name="Andrew Peck" userId="4bb5f5f4-3b99-4404-9b08-cae7dcb06df5" providerId="ADAL" clId="{9D56E95F-BED3-4B0C-8D4C-CB7DDB53631A}" dt="2026-02-16T16:26:45.198" v="1771" actId="20577"/>
          <ac:spMkLst>
            <pc:docMk/>
            <pc:sldMk cId="3568034078" sldId="280"/>
            <ac:spMk id="2" creationId="{783992C4-9F6F-22AA-8F35-FA69876D98FD}"/>
          </ac:spMkLst>
        </pc:spChg>
        <pc:spChg chg="mod">
          <ac:chgData name="Andrew Peck" userId="4bb5f5f4-3b99-4404-9b08-cae7dcb06df5" providerId="ADAL" clId="{9D56E95F-BED3-4B0C-8D4C-CB7DDB53631A}" dt="2026-02-16T16:27:33.406" v="1944" actId="20577"/>
          <ac:spMkLst>
            <pc:docMk/>
            <pc:sldMk cId="3568034078" sldId="280"/>
            <ac:spMk id="3" creationId="{1AA028B1-D3D7-5A9A-71E5-7477DBA65F3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7C37F-70CA-DA4B-9BF7-D3284F004EB6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85354-1BB5-0D49-8EAE-C2125EAED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109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1894D-29C1-4F1C-A22C-0904E83E75F9}" type="datetimeFigureOut">
              <a:rPr lang="en-GB" smtClean="0"/>
              <a:t>09/02/2026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9B765-E964-4C4F-963A-233F81AE88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119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WORKSHOPS WOULD BE A SENSIBLE THING TO CONVERT INTO A SPECIFIC LEARN RESOURCE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45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https://deadline.com/2025/12/disney-google-cease-and-desist-letter-1236645802/</a:t>
            </a:r>
          </a:p>
          <a:p>
            <a:endParaRPr lang="en-GB" dirty="0"/>
          </a:p>
          <a:p>
            <a:r>
              <a:rPr lang="en-GB" dirty="0"/>
              <a:t>Risk v. legality v. </a:t>
            </a:r>
            <a:r>
              <a:rPr lang="en-GB" dirty="0" err="1"/>
              <a:t>enforcability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C9B765-E964-4C4F-963A-233F81AE88E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1135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paulatki/Desktop/2015%20LU%20Logos/PRINT/LU/png/For%20use%20on%20A4/LU_A4_WHITE.png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 Mod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157" y="3057699"/>
            <a:ext cx="8277728" cy="1807533"/>
          </a:xfrm>
        </p:spPr>
        <p:txBody>
          <a:bodyPr anchor="t"/>
          <a:lstStyle>
            <a:lvl1pPr algn="l">
              <a:lnSpc>
                <a:spcPct val="80000"/>
              </a:lnSpc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157" y="2002971"/>
            <a:ext cx="8277728" cy="1054728"/>
          </a:xfrm>
        </p:spPr>
        <p:txBody>
          <a:bodyPr anchor="b">
            <a:normAutofit/>
          </a:bodyPr>
          <a:lstStyle>
            <a:lvl1pPr marL="0" indent="0" algn="l">
              <a:lnSpc>
                <a:spcPct val="80000"/>
              </a:lnSpc>
              <a:buNone/>
              <a:defRPr sz="1800" spc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954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tand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2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  <a:ln>
            <a:noFill/>
          </a:ln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8537"/>
            <a:ext cx="8229600" cy="5057275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0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2" y="1728536"/>
            <a:ext cx="5766197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28537"/>
            <a:ext cx="2385159" cy="2557056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2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12800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8536"/>
            <a:ext cx="4038600" cy="5053264"/>
          </a:xfrm>
        </p:spPr>
        <p:txBody>
          <a:bodyPr/>
          <a:lstStyle>
            <a:lvl1pPr marL="342900" indent="-342900">
              <a:buClrTx/>
              <a:buFont typeface="Arial"/>
              <a:buChar char="•"/>
              <a:defRPr sz="2400">
                <a:solidFill>
                  <a:schemeClr val="tx2"/>
                </a:solidFill>
              </a:defRPr>
            </a:lvl1pPr>
            <a:lvl2pPr marL="742950" indent="-285750">
              <a:buClrTx/>
              <a:buFont typeface="Arial"/>
              <a:buChar char="•"/>
              <a:defRPr sz="2000">
                <a:solidFill>
                  <a:schemeClr val="tx2"/>
                </a:solidFill>
              </a:defRPr>
            </a:lvl2pPr>
            <a:lvl3pPr marL="1143000" indent="-228600">
              <a:buClrTx/>
              <a:buFont typeface="Arial"/>
              <a:buChar char="•"/>
              <a:defRPr sz="1800">
                <a:solidFill>
                  <a:schemeClr val="tx2"/>
                </a:solidFill>
              </a:defRPr>
            </a:lvl3pPr>
            <a:lvl4pPr marL="1600200" indent="-228600">
              <a:buClrTx/>
              <a:buFont typeface="Arial"/>
              <a:buChar char="•"/>
              <a:defRPr sz="1600">
                <a:solidFill>
                  <a:schemeClr val="tx2"/>
                </a:solidFill>
              </a:defRPr>
            </a:lvl4pPr>
            <a:lvl5pPr marL="2057400" indent="-228600">
              <a:buClrTx/>
              <a:buFont typeface="Arial"/>
              <a:buChar char="•"/>
              <a:defRPr sz="1400">
                <a:solidFill>
                  <a:schemeClr val="tx2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38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822960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99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5736"/>
            <a:ext cx="8229600" cy="80164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1" hasCustomPrompt="1"/>
          </p:nvPr>
        </p:nvSpPr>
        <p:spPr>
          <a:xfrm>
            <a:off x="457200" y="1717378"/>
            <a:ext cx="5754160" cy="5064423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8" name="Content Placeholder 10"/>
          <p:cNvSpPr>
            <a:spLocks noGrp="1"/>
          </p:cNvSpPr>
          <p:nvPr>
            <p:ph sz="quarter" idx="12" hasCustomPrompt="1"/>
          </p:nvPr>
        </p:nvSpPr>
        <p:spPr>
          <a:xfrm>
            <a:off x="6301642" y="1717377"/>
            <a:ext cx="2385159" cy="2568217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301642" y="4363840"/>
            <a:ext cx="2385159" cy="241796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(click icons to add content)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8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06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22313" y="5985491"/>
            <a:ext cx="7772400" cy="362531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None/>
              <a:defRPr sz="2000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Inspiring Winners since 1909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722313" y="1502547"/>
            <a:ext cx="7772400" cy="2286443"/>
          </a:xfrm>
        </p:spPr>
        <p:txBody>
          <a:bodyPr anchor="t">
            <a:noAutofit/>
          </a:bodyPr>
          <a:lstStyle>
            <a:lvl1pPr marL="0" indent="0" algn="ctr">
              <a:lnSpc>
                <a:spcPct val="80000"/>
              </a:lnSpc>
              <a:buNone/>
              <a:defRPr sz="3600" b="1" spc="0" baseline="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Thank you!</a:t>
            </a:r>
          </a:p>
        </p:txBody>
      </p:sp>
      <p:pic>
        <p:nvPicPr>
          <p:cNvPr id="8" name="LU_A4_WHITE.png" descr="/Users/paulatki/Desktop/2015 LU Logos/PRINT/LU/png/For use on A4/LU_A4_WHITE.png"/>
          <p:cNvPicPr>
            <a:picLocks noChangeAspect="1"/>
          </p:cNvPicPr>
          <p:nvPr userDrawn="1"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445" y="4846973"/>
            <a:ext cx="2737110" cy="98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6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06379"/>
            <a:ext cx="8229600" cy="84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9270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BFEFA66-9419-2A49-A041-7C28C5AE4F17}" type="datetimeFigureOut">
              <a:rPr lang="en-US" smtClean="0"/>
              <a:pPr/>
              <a:t>2/9/2026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95BD5A-1FA1-9D44-B58D-C612997E6C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01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1" r:id="rId2"/>
    <p:sldLayoutId id="2147483662" r:id="rId3"/>
    <p:sldLayoutId id="2147483671" r:id="rId4"/>
    <p:sldLayoutId id="2147483664" r:id="rId5"/>
    <p:sldLayoutId id="2147483666" r:id="rId6"/>
    <p:sldLayoutId id="2147483670" r:id="rId7"/>
    <p:sldLayoutId id="2147483667" r:id="rId8"/>
    <p:sldLayoutId id="2147483673" r:id="rId9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mj.com/content/365/bmj.l2269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dirty="0"/>
              <a:t>Intellectual Property</a:t>
            </a:r>
            <a:br>
              <a:rPr lang="en-GB" b="0" dirty="0"/>
            </a:br>
            <a:br>
              <a:rPr lang="en-GB" b="0" dirty="0"/>
            </a:br>
            <a:r>
              <a:rPr lang="en-GB" b="0" dirty="0"/>
              <a:t>(Workshop)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Andrew Peck</a:t>
            </a:r>
          </a:p>
        </p:txBody>
      </p:sp>
    </p:spTree>
    <p:extLst>
      <p:ext uri="{BB962C8B-B14F-4D97-AF65-F5344CB8AC3E}">
        <p14:creationId xmlns:p14="http://schemas.microsoft.com/office/powerpoint/2010/main" val="2191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48D19-AC1C-8206-A12A-ACBE6089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 Up (Week 3)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7FC4F1-9C39-2538-C95D-C8401107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28537"/>
            <a:ext cx="4114800" cy="5057275"/>
          </a:xfrm>
        </p:spPr>
        <p:txBody>
          <a:bodyPr/>
          <a:lstStyle/>
          <a:p>
            <a:r>
              <a:rPr lang="en-GB" dirty="0"/>
              <a:t>I have purchased/viewed pirated content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Knock-off designer goods are part of the holiday experience</a:t>
            </a:r>
          </a:p>
          <a:p>
            <a:endParaRPr lang="en-GB" dirty="0"/>
          </a:p>
          <a:p>
            <a:r>
              <a:rPr lang="en-GB" dirty="0"/>
              <a:t>My ideas are important to 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B6061-84BC-8950-0073-9347D20A0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13" r="24636"/>
          <a:stretch>
            <a:fillRect/>
          </a:stretch>
        </p:blipFill>
        <p:spPr>
          <a:xfrm>
            <a:off x="4986528" y="1646240"/>
            <a:ext cx="4038600" cy="50532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859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7F82-3DCA-53EB-D2C3-5A5E591B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D5931-56D2-943C-C632-A2E794DD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Searching Encouraged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Your “legal advice” may be a list of things you need to ask (this is fine)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Think about your audience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Timings from the front</a:t>
            </a:r>
          </a:p>
        </p:txBody>
      </p:sp>
    </p:spTree>
    <p:extLst>
      <p:ext uri="{BB962C8B-B14F-4D97-AF65-F5344CB8AC3E}">
        <p14:creationId xmlns:p14="http://schemas.microsoft.com/office/powerpoint/2010/main" val="363514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D840-CB48-7FC4-CEC3-E4B98EA6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Pillars of 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51A1-3F63-4CB6-A0A4-2DEE8AD38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Copyright – </a:t>
            </a:r>
          </a:p>
          <a:p>
            <a:pPr lvl="1"/>
            <a:r>
              <a:rPr lang="en-GB" dirty="0"/>
              <a:t>Creative Output</a:t>
            </a:r>
          </a:p>
          <a:p>
            <a:r>
              <a:rPr lang="en-GB" dirty="0"/>
              <a:t>Patent –</a:t>
            </a:r>
          </a:p>
          <a:p>
            <a:pPr lvl="1"/>
            <a:r>
              <a:rPr lang="en-GB" dirty="0"/>
              <a:t>Technical Innovation with economic value</a:t>
            </a:r>
          </a:p>
          <a:p>
            <a:r>
              <a:rPr lang="en-GB" dirty="0"/>
              <a:t>Trademark</a:t>
            </a:r>
          </a:p>
          <a:p>
            <a:pPr lvl="1"/>
            <a:r>
              <a:rPr lang="en-GB" dirty="0"/>
              <a:t>Identity/quality signifiers</a:t>
            </a:r>
          </a:p>
          <a:p>
            <a:r>
              <a:rPr lang="en-GB" dirty="0"/>
              <a:t>Design Right</a:t>
            </a:r>
          </a:p>
          <a:p>
            <a:pPr lvl="1"/>
            <a:r>
              <a:rPr lang="en-GB" dirty="0"/>
              <a:t>Way of working/approach/individuality in a marketplace</a:t>
            </a:r>
          </a:p>
        </p:txBody>
      </p:sp>
    </p:spTree>
    <p:extLst>
      <p:ext uri="{BB962C8B-B14F-4D97-AF65-F5344CB8AC3E}">
        <p14:creationId xmlns:p14="http://schemas.microsoft.com/office/powerpoint/2010/main" val="379575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164A-64C5-F81C-0DC9-F8BD953E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Potential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F123-79E2-DBCA-BDE5-D8A07AF37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Copyright – </a:t>
            </a:r>
            <a:r>
              <a:rPr lang="en-GB" dirty="0" err="1"/>
              <a:t>Github</a:t>
            </a:r>
            <a:r>
              <a:rPr lang="en-GB" dirty="0"/>
              <a:t> repository codes have licencing (that varies) – not mapped</a:t>
            </a:r>
          </a:p>
          <a:p>
            <a:r>
              <a:rPr lang="en-GB" dirty="0"/>
              <a:t>Shift from academic-commercial, are licenses no longer valid – costs could climb to </a:t>
            </a:r>
            <a:r>
              <a:rPr lang="en-GB" dirty="0" err="1"/>
              <a:t>reaquire</a:t>
            </a:r>
            <a:r>
              <a:rPr lang="en-GB" dirty="0"/>
              <a:t> licenses</a:t>
            </a:r>
          </a:p>
          <a:p>
            <a:r>
              <a:rPr lang="en-GB" dirty="0"/>
              <a:t>Unclear license terms – “open source” could be different things</a:t>
            </a:r>
          </a:p>
          <a:p>
            <a:r>
              <a:rPr lang="en-GB" dirty="0"/>
              <a:t>AI generated articles not verified in terms of their processes and sources</a:t>
            </a:r>
          </a:p>
          <a:p>
            <a:r>
              <a:rPr lang="en-GB" dirty="0" err="1"/>
              <a:t>Copywrite</a:t>
            </a:r>
            <a:r>
              <a:rPr lang="en-GB" dirty="0"/>
              <a:t> on technical articles from company websites</a:t>
            </a:r>
          </a:p>
          <a:p>
            <a:r>
              <a:rPr lang="en-GB" dirty="0"/>
              <a:t>Scrapping violates many </a:t>
            </a:r>
            <a:r>
              <a:rPr lang="en-GB" dirty="0" err="1"/>
              <a:t>Ts+Cs</a:t>
            </a:r>
            <a:r>
              <a:rPr lang="en-GB" dirty="0"/>
              <a:t> (ranging from journals to webservices)</a:t>
            </a:r>
          </a:p>
          <a:p>
            <a:r>
              <a:rPr lang="en-GB" dirty="0"/>
              <a:t>Potential loss of access in future – </a:t>
            </a:r>
          </a:p>
          <a:p>
            <a:r>
              <a:rPr lang="en-GB" dirty="0"/>
              <a:t>Potential violation of data mining laws (EU?)</a:t>
            </a:r>
          </a:p>
          <a:p>
            <a:r>
              <a:rPr lang="en-GB" dirty="0"/>
              <a:t>Economic fairness – are we benefiting UK/US at the expense of others?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100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8D28C-A002-75D0-CD1A-DA69382F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6736C-1063-245B-4CAF-20AF3EBE8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Think of 3 “risks”/outcomes for what you’ve just listed.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Score them for Likelihood (0-9) and Severity (A-F, where A is minor and F is devastating).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652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92C4-9F6F-22AA-8F35-FA69876D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Legal Briefing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28B1-D3D7-5A9A-71E5-7477DBA65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Relevant law/area of IP</a:t>
            </a:r>
          </a:p>
          <a:p>
            <a:endParaRPr lang="en-GB" dirty="0"/>
          </a:p>
          <a:p>
            <a:r>
              <a:rPr lang="en-GB" dirty="0"/>
              <a:t>List of Evidence Required/to be presented</a:t>
            </a:r>
          </a:p>
          <a:p>
            <a:endParaRPr lang="en-GB" dirty="0"/>
          </a:p>
          <a:p>
            <a:r>
              <a:rPr lang="en-GB" dirty="0"/>
              <a:t>Evaluation of </a:t>
            </a:r>
            <a:r>
              <a:rPr lang="en-GB"/>
              <a:t>counter claim</a:t>
            </a:r>
            <a:endParaRPr lang="en-GB" dirty="0"/>
          </a:p>
          <a:p>
            <a:endParaRPr lang="en-GB" dirty="0"/>
          </a:p>
          <a:p>
            <a:r>
              <a:rPr lang="en-GB" dirty="0"/>
              <a:t>Recommendation to proceed/not proceed</a:t>
            </a:r>
          </a:p>
        </p:txBody>
      </p:sp>
    </p:spTree>
    <p:extLst>
      <p:ext uri="{BB962C8B-B14F-4D97-AF65-F5344CB8AC3E}">
        <p14:creationId xmlns:p14="http://schemas.microsoft.com/office/powerpoint/2010/main" val="356803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CD415-AACF-E514-286B-979298FF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90C8D-D90A-1B59-D9BA-7D87E3FB05E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dirty="0"/>
              <a:t>The IP risk that surprised me most was: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dirty="0"/>
              <a:t>The hardest legal judgement call was: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GB" dirty="0"/>
              <a:t>One question I still have is: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292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182174-6378-BD04-6ABA-604C802DF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2A6FF-7D5A-9F1D-3510-C4FD6620C694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GB" dirty="0"/>
              <a:t>Any Questions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580ED-420B-1DD7-7C13-2DC7794D8E7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915988"/>
            <a:ext cx="8229600" cy="801687"/>
          </a:xfrm>
        </p:spPr>
        <p:txBody>
          <a:bodyPr/>
          <a:lstStyle/>
          <a:p>
            <a:r>
              <a:rPr lang="en-GB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65196333"/>
      </p:ext>
    </p:extLst>
  </p:cSld>
  <p:clrMapOvr>
    <a:masterClrMapping/>
  </p:clrMapOvr>
</p:sld>
</file>

<file path=ppt/theme/theme1.xml><?xml version="1.0" encoding="utf-8"?>
<a:theme xmlns:a="http://schemas.openxmlformats.org/drawingml/2006/main" name="LU_2015">
  <a:themeElements>
    <a:clrScheme name="Custom 10">
      <a:dk1>
        <a:srgbClr val="6F3092"/>
      </a:dk1>
      <a:lt1>
        <a:srgbClr val="FFFFFF"/>
      </a:lt1>
      <a:dk2>
        <a:srgbClr val="361163"/>
      </a:dk2>
      <a:lt2>
        <a:srgbClr val="CBCECE"/>
      </a:lt2>
      <a:accent1>
        <a:srgbClr val="6F3092"/>
      </a:accent1>
      <a:accent2>
        <a:srgbClr val="B70062"/>
      </a:accent2>
      <a:accent3>
        <a:srgbClr val="ED2482"/>
      </a:accent3>
      <a:accent4>
        <a:srgbClr val="D02F8C"/>
      </a:accent4>
      <a:accent5>
        <a:srgbClr val="ED2482"/>
      </a:accent5>
      <a:accent6>
        <a:srgbClr val="F26A38"/>
      </a:accent6>
      <a:hlink>
        <a:srgbClr val="8C8C8D"/>
      </a:hlink>
      <a:folHlink>
        <a:srgbClr val="525E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LU_2015.thmx</Template>
  <TotalTime>28894</TotalTime>
  <Words>333</Words>
  <Application>Microsoft Office PowerPoint</Application>
  <PresentationFormat>On-screen Show (4:3)</PresentationFormat>
  <Paragraphs>66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LU_2015</vt:lpstr>
      <vt:lpstr>Intellectual Property  (Workshop)</vt:lpstr>
      <vt:lpstr>Hands Up (Week 3)</vt:lpstr>
      <vt:lpstr>Scenario Rules</vt:lpstr>
      <vt:lpstr>Pillars of IP</vt:lpstr>
      <vt:lpstr>Potential Exposure</vt:lpstr>
      <vt:lpstr>Risk Assessment</vt:lpstr>
      <vt:lpstr>Legal Briefing</vt:lpstr>
      <vt:lpstr>Reflection</vt:lpstr>
      <vt:lpstr>Any Questions?</vt:lpstr>
    </vt:vector>
  </TitlesOfParts>
  <Company>Loughborough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Loughborough</dc:title>
  <dc:creator>clearlyandrew@gmail.com</dc:creator>
  <cp:lastModifiedBy>Andrew Peck</cp:lastModifiedBy>
  <cp:revision>101</cp:revision>
  <cp:lastPrinted>2025-12-02T09:23:17Z</cp:lastPrinted>
  <dcterms:created xsi:type="dcterms:W3CDTF">2015-08-20T15:34:37Z</dcterms:created>
  <dcterms:modified xsi:type="dcterms:W3CDTF">2026-02-16T16:27:41Z</dcterms:modified>
</cp:coreProperties>
</file>