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2"/>
  </p:notesMasterIdLst>
  <p:handoutMasterIdLst>
    <p:handoutMasterId r:id="rId23"/>
  </p:handoutMasterIdLst>
  <p:sldIdLst>
    <p:sldId id="256" r:id="rId2"/>
    <p:sldId id="257" r:id="rId3"/>
    <p:sldId id="258" r:id="rId4"/>
    <p:sldId id="275" r:id="rId5"/>
    <p:sldId id="259" r:id="rId6"/>
    <p:sldId id="260" r:id="rId7"/>
    <p:sldId id="262" r:id="rId8"/>
    <p:sldId id="261" r:id="rId9"/>
    <p:sldId id="265" r:id="rId10"/>
    <p:sldId id="264" r:id="rId11"/>
    <p:sldId id="263" r:id="rId12"/>
    <p:sldId id="266" r:id="rId13"/>
    <p:sldId id="267" r:id="rId14"/>
    <p:sldId id="268" r:id="rId15"/>
    <p:sldId id="269" r:id="rId16"/>
    <p:sldId id="270" r:id="rId17"/>
    <p:sldId id="271" r:id="rId18"/>
    <p:sldId id="272" r:id="rId19"/>
    <p:sldId id="273" r:id="rId20"/>
    <p:sldId id="274" r:id="rId21"/>
  </p:sldIdLst>
  <p:sldSz cx="9144000" cy="6858000" type="screen4x3"/>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scaleToFitPaper="1" frame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035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0" autoAdjust="0"/>
    <p:restoredTop sz="94987" autoAdjust="0"/>
  </p:normalViewPr>
  <p:slideViewPr>
    <p:cSldViewPr snapToGrid="0" snapToObjects="1">
      <p:cViewPr varScale="1">
        <p:scale>
          <a:sx n="78" d="100"/>
          <a:sy n="78" d="100"/>
        </p:scale>
        <p:origin x="2059" y="72"/>
      </p:cViewPr>
      <p:guideLst>
        <p:guide orient="horz" pos="2160"/>
        <p:guide pos="2880"/>
      </p:guideLst>
    </p:cSldViewPr>
  </p:slideViewPr>
  <p:notesTextViewPr>
    <p:cViewPr>
      <p:scale>
        <a:sx n="3" d="2"/>
        <a:sy n="3" d="2"/>
      </p:scale>
      <p:origin x="0" y="0"/>
    </p:cViewPr>
  </p:notesTextViewPr>
  <p:sorterViewPr>
    <p:cViewPr>
      <p:scale>
        <a:sx n="158" d="100"/>
        <a:sy n="158" d="100"/>
      </p:scale>
      <p:origin x="0" y="0"/>
    </p:cViewPr>
  </p:sorterViewPr>
  <p:notesViewPr>
    <p:cSldViewPr snapToGrid="0" snapToObjects="1">
      <p:cViewPr varScale="1">
        <p:scale>
          <a:sx n="89" d="100"/>
          <a:sy n="89" d="100"/>
        </p:scale>
        <p:origin x="-3846" y="-120"/>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Peck" userId="4bb5f5f4-3b99-4404-9b08-cae7dcb06df5" providerId="ADAL" clId="{9D56E95F-BED3-4B0C-8D4C-CB7DDB53631A}"/>
    <pc:docChg chg="undo custSel addSld delSld modSld sldOrd">
      <pc:chgData name="Andrew Peck" userId="4bb5f5f4-3b99-4404-9b08-cae7dcb06df5" providerId="ADAL" clId="{9D56E95F-BED3-4B0C-8D4C-CB7DDB53631A}" dt="2026-02-18T17:42:19.766" v="2327" actId="20577"/>
      <pc:docMkLst>
        <pc:docMk/>
      </pc:docMkLst>
      <pc:sldChg chg="modSp mod">
        <pc:chgData name="Andrew Peck" userId="4bb5f5f4-3b99-4404-9b08-cae7dcb06df5" providerId="ADAL" clId="{9D56E95F-BED3-4B0C-8D4C-CB7DDB53631A}" dt="2026-02-18T17:42:19.766" v="2327" actId="20577"/>
        <pc:sldMkLst>
          <pc:docMk/>
          <pc:sldMk cId="2191001994" sldId="256"/>
        </pc:sldMkLst>
        <pc:spChg chg="mod">
          <ac:chgData name="Andrew Peck" userId="4bb5f5f4-3b99-4404-9b08-cae7dcb06df5" providerId="ADAL" clId="{9D56E95F-BED3-4B0C-8D4C-CB7DDB53631A}" dt="2026-02-18T17:42:19.766" v="2327" actId="20577"/>
          <ac:spMkLst>
            <pc:docMk/>
            <pc:sldMk cId="2191001994" sldId="256"/>
            <ac:spMk id="5" creationId="{00000000-0000-0000-0000-000000000000}"/>
          </ac:spMkLst>
        </pc:spChg>
      </pc:sldChg>
      <pc:sldChg chg="addSp delSp modSp new mod modClrScheme chgLayout">
        <pc:chgData name="Andrew Peck" userId="4bb5f5f4-3b99-4404-9b08-cae7dcb06df5" providerId="ADAL" clId="{9D56E95F-BED3-4B0C-8D4C-CB7DDB53631A}" dt="2026-02-16T13:59:26.910" v="2311" actId="20577"/>
        <pc:sldMkLst>
          <pc:docMk/>
          <pc:sldMk cId="4105505666" sldId="257"/>
        </pc:sldMkLst>
        <pc:spChg chg="add mod ord">
          <ac:chgData name="Andrew Peck" userId="4bb5f5f4-3b99-4404-9b08-cae7dcb06df5" providerId="ADAL" clId="{9D56E95F-BED3-4B0C-8D4C-CB7DDB53631A}" dt="2026-02-16T12:20:39.742" v="105" actId="20577"/>
          <ac:spMkLst>
            <pc:docMk/>
            <pc:sldMk cId="4105505666" sldId="257"/>
            <ac:spMk id="4" creationId="{DD435F74-C580-6EA2-4178-61CEF9E27801}"/>
          </ac:spMkLst>
        </pc:spChg>
        <pc:spChg chg="add mod ord">
          <ac:chgData name="Andrew Peck" userId="4bb5f5f4-3b99-4404-9b08-cae7dcb06df5" providerId="ADAL" clId="{9D56E95F-BED3-4B0C-8D4C-CB7DDB53631A}" dt="2026-02-16T13:59:26.910" v="2311" actId="20577"/>
          <ac:spMkLst>
            <pc:docMk/>
            <pc:sldMk cId="4105505666" sldId="257"/>
            <ac:spMk id="5" creationId="{AEF9F18E-6125-C2AE-E363-09B18B16793F}"/>
          </ac:spMkLst>
        </pc:spChg>
      </pc:sldChg>
      <pc:sldChg chg="modSp add mod">
        <pc:chgData name="Andrew Peck" userId="4bb5f5f4-3b99-4404-9b08-cae7dcb06df5" providerId="ADAL" clId="{9D56E95F-BED3-4B0C-8D4C-CB7DDB53631A}" dt="2026-02-16T12:22:45.416" v="270" actId="20577"/>
        <pc:sldMkLst>
          <pc:docMk/>
          <pc:sldMk cId="2908985233" sldId="258"/>
        </pc:sldMkLst>
        <pc:spChg chg="mod">
          <ac:chgData name="Andrew Peck" userId="4bb5f5f4-3b99-4404-9b08-cae7dcb06df5" providerId="ADAL" clId="{9D56E95F-BED3-4B0C-8D4C-CB7DDB53631A}" dt="2026-02-16T12:20:25.670" v="74" actId="20577"/>
          <ac:spMkLst>
            <pc:docMk/>
            <pc:sldMk cId="2908985233" sldId="258"/>
            <ac:spMk id="4" creationId="{3F7FBB59-74AF-43B5-5EC9-DA765F7D6307}"/>
          </ac:spMkLst>
        </pc:spChg>
        <pc:spChg chg="mod">
          <ac:chgData name="Andrew Peck" userId="4bb5f5f4-3b99-4404-9b08-cae7dcb06df5" providerId="ADAL" clId="{9D56E95F-BED3-4B0C-8D4C-CB7DDB53631A}" dt="2026-02-16T12:22:45.416" v="270" actId="20577"/>
          <ac:spMkLst>
            <pc:docMk/>
            <pc:sldMk cId="2908985233" sldId="258"/>
            <ac:spMk id="5" creationId="{DB2A0094-D950-06AA-0E55-8D0E2851482D}"/>
          </ac:spMkLst>
        </pc:spChg>
      </pc:sldChg>
      <pc:sldChg chg="addSp delSp modSp new mod modAnim modNotesTx">
        <pc:chgData name="Andrew Peck" userId="4bb5f5f4-3b99-4404-9b08-cae7dcb06df5" providerId="ADAL" clId="{9D56E95F-BED3-4B0C-8D4C-CB7DDB53631A}" dt="2026-02-16T12:30:11.348" v="402"/>
        <pc:sldMkLst>
          <pc:docMk/>
          <pc:sldMk cId="4101210012" sldId="259"/>
        </pc:sldMkLst>
        <pc:spChg chg="mod">
          <ac:chgData name="Andrew Peck" userId="4bb5f5f4-3b99-4404-9b08-cae7dcb06df5" providerId="ADAL" clId="{9D56E95F-BED3-4B0C-8D4C-CB7DDB53631A}" dt="2026-02-16T12:29:34.387" v="391" actId="20577"/>
          <ac:spMkLst>
            <pc:docMk/>
            <pc:sldMk cId="4101210012" sldId="259"/>
            <ac:spMk id="2" creationId="{1B35104B-276A-0413-320C-B80CD64A5BB0}"/>
          </ac:spMkLst>
        </pc:spChg>
        <pc:spChg chg="add mod">
          <ac:chgData name="Andrew Peck" userId="4bb5f5f4-3b99-4404-9b08-cae7dcb06df5" providerId="ADAL" clId="{9D56E95F-BED3-4B0C-8D4C-CB7DDB53631A}" dt="2026-02-16T12:30:01.606" v="401" actId="20577"/>
          <ac:spMkLst>
            <pc:docMk/>
            <pc:sldMk cId="4101210012" sldId="259"/>
            <ac:spMk id="4" creationId="{F5558645-25CC-DD1D-9FFC-FEF4703D25B1}"/>
          </ac:spMkLst>
        </pc:spChg>
      </pc:sldChg>
      <pc:sldChg chg="modSp new">
        <pc:chgData name="Andrew Peck" userId="4bb5f5f4-3b99-4404-9b08-cae7dcb06df5" providerId="ADAL" clId="{9D56E95F-BED3-4B0C-8D4C-CB7DDB53631A}" dt="2026-02-16T12:31:30.636" v="559" actId="20577"/>
        <pc:sldMkLst>
          <pc:docMk/>
          <pc:sldMk cId="188625170" sldId="260"/>
        </pc:sldMkLst>
        <pc:spChg chg="mod">
          <ac:chgData name="Andrew Peck" userId="4bb5f5f4-3b99-4404-9b08-cae7dcb06df5" providerId="ADAL" clId="{9D56E95F-BED3-4B0C-8D4C-CB7DDB53631A}" dt="2026-02-16T12:31:05.423" v="471" actId="20577"/>
          <ac:spMkLst>
            <pc:docMk/>
            <pc:sldMk cId="188625170" sldId="260"/>
            <ac:spMk id="2" creationId="{8347C162-E013-A0B0-0496-D597A22914AC}"/>
          </ac:spMkLst>
        </pc:spChg>
        <pc:spChg chg="mod">
          <ac:chgData name="Andrew Peck" userId="4bb5f5f4-3b99-4404-9b08-cae7dcb06df5" providerId="ADAL" clId="{9D56E95F-BED3-4B0C-8D4C-CB7DDB53631A}" dt="2026-02-16T12:31:30.636" v="559" actId="20577"/>
          <ac:spMkLst>
            <pc:docMk/>
            <pc:sldMk cId="188625170" sldId="260"/>
            <ac:spMk id="3" creationId="{C393D831-D1B4-D69D-DD8B-56F9FC73BAF0}"/>
          </ac:spMkLst>
        </pc:spChg>
      </pc:sldChg>
      <pc:sldChg chg="addSp modSp add mod modAnim modNotesTx">
        <pc:chgData name="Andrew Peck" userId="4bb5f5f4-3b99-4404-9b08-cae7dcb06df5" providerId="ADAL" clId="{9D56E95F-BED3-4B0C-8D4C-CB7DDB53631A}" dt="2026-02-16T12:37:31.891" v="798" actId="14100"/>
        <pc:sldMkLst>
          <pc:docMk/>
          <pc:sldMk cId="2873343878" sldId="261"/>
        </pc:sldMkLst>
        <pc:spChg chg="mod">
          <ac:chgData name="Andrew Peck" userId="4bb5f5f4-3b99-4404-9b08-cae7dcb06df5" providerId="ADAL" clId="{9D56E95F-BED3-4B0C-8D4C-CB7DDB53631A}" dt="2026-02-16T12:31:48.460" v="582" actId="20577"/>
          <ac:spMkLst>
            <pc:docMk/>
            <pc:sldMk cId="2873343878" sldId="261"/>
            <ac:spMk id="2" creationId="{140A565A-0076-EC62-158A-005EA814732D}"/>
          </ac:spMkLst>
        </pc:spChg>
        <pc:spChg chg="mod">
          <ac:chgData name="Andrew Peck" userId="4bb5f5f4-3b99-4404-9b08-cae7dcb06df5" providerId="ADAL" clId="{9D56E95F-BED3-4B0C-8D4C-CB7DDB53631A}" dt="2026-02-16T12:37:29.228" v="797" actId="20577"/>
          <ac:spMkLst>
            <pc:docMk/>
            <pc:sldMk cId="2873343878" sldId="261"/>
            <ac:spMk id="3" creationId="{308B07D6-DA3E-E9BD-B243-D826EFE1B021}"/>
          </ac:spMkLst>
        </pc:spChg>
        <pc:picChg chg="add mod">
          <ac:chgData name="Andrew Peck" userId="4bb5f5f4-3b99-4404-9b08-cae7dcb06df5" providerId="ADAL" clId="{9D56E95F-BED3-4B0C-8D4C-CB7DDB53631A}" dt="2026-02-16T12:37:31.891" v="798" actId="14100"/>
          <ac:picMkLst>
            <pc:docMk/>
            <pc:sldMk cId="2873343878" sldId="261"/>
            <ac:picMk id="5" creationId="{3D0124B5-0584-4666-9096-8C594D7BE356}"/>
          </ac:picMkLst>
        </pc:picChg>
        <pc:picChg chg="add mod">
          <ac:chgData name="Andrew Peck" userId="4bb5f5f4-3b99-4404-9b08-cae7dcb06df5" providerId="ADAL" clId="{9D56E95F-BED3-4B0C-8D4C-CB7DDB53631A}" dt="2026-02-16T12:36:47.125" v="715" actId="1076"/>
          <ac:picMkLst>
            <pc:docMk/>
            <pc:sldMk cId="2873343878" sldId="261"/>
            <ac:picMk id="7" creationId="{E8251A58-B352-A843-AD55-18013ABB6D20}"/>
          </ac:picMkLst>
        </pc:picChg>
      </pc:sldChg>
      <pc:sldChg chg="modSp new mod ord modAnim">
        <pc:chgData name="Andrew Peck" userId="4bb5f5f4-3b99-4404-9b08-cae7dcb06df5" providerId="ADAL" clId="{9D56E95F-BED3-4B0C-8D4C-CB7DDB53631A}" dt="2026-02-16T12:38:34.795" v="891"/>
        <pc:sldMkLst>
          <pc:docMk/>
          <pc:sldMk cId="1531521479" sldId="262"/>
        </pc:sldMkLst>
        <pc:spChg chg="mod">
          <ac:chgData name="Andrew Peck" userId="4bb5f5f4-3b99-4404-9b08-cae7dcb06df5" providerId="ADAL" clId="{9D56E95F-BED3-4B0C-8D4C-CB7DDB53631A}" dt="2026-02-16T12:38:10.825" v="819" actId="20577"/>
          <ac:spMkLst>
            <pc:docMk/>
            <pc:sldMk cId="1531521479" sldId="262"/>
            <ac:spMk id="2" creationId="{F04DA119-7286-BFCE-3D69-9006F98C9E17}"/>
          </ac:spMkLst>
        </pc:spChg>
        <pc:spChg chg="mod">
          <ac:chgData name="Andrew Peck" userId="4bb5f5f4-3b99-4404-9b08-cae7dcb06df5" providerId="ADAL" clId="{9D56E95F-BED3-4B0C-8D4C-CB7DDB53631A}" dt="2026-02-16T12:38:31.081" v="890" actId="20577"/>
          <ac:spMkLst>
            <pc:docMk/>
            <pc:sldMk cId="1531521479" sldId="262"/>
            <ac:spMk id="3" creationId="{201A7788-195F-9756-B6EF-A50E0B35A2C2}"/>
          </ac:spMkLst>
        </pc:spChg>
      </pc:sldChg>
      <pc:sldChg chg="modSp new mod">
        <pc:chgData name="Andrew Peck" userId="4bb5f5f4-3b99-4404-9b08-cae7dcb06df5" providerId="ADAL" clId="{9D56E95F-BED3-4B0C-8D4C-CB7DDB53631A}" dt="2026-02-16T12:42:13.394" v="925" actId="20577"/>
        <pc:sldMkLst>
          <pc:docMk/>
          <pc:sldMk cId="307086304" sldId="263"/>
        </pc:sldMkLst>
        <pc:spChg chg="mod">
          <ac:chgData name="Andrew Peck" userId="4bb5f5f4-3b99-4404-9b08-cae7dcb06df5" providerId="ADAL" clId="{9D56E95F-BED3-4B0C-8D4C-CB7DDB53631A}" dt="2026-02-16T12:42:13.394" v="925" actId="20577"/>
          <ac:spMkLst>
            <pc:docMk/>
            <pc:sldMk cId="307086304" sldId="263"/>
            <ac:spMk id="2" creationId="{DEB12C53-33D6-CF2B-F781-D3C4D552906A}"/>
          </ac:spMkLst>
        </pc:spChg>
        <pc:spChg chg="mod">
          <ac:chgData name="Andrew Peck" userId="4bb5f5f4-3b99-4404-9b08-cae7dcb06df5" providerId="ADAL" clId="{9D56E95F-BED3-4B0C-8D4C-CB7DDB53631A}" dt="2026-02-16T12:41:57.477" v="903" actId="27636"/>
          <ac:spMkLst>
            <pc:docMk/>
            <pc:sldMk cId="307086304" sldId="263"/>
            <ac:spMk id="3" creationId="{E4C1B4D5-7673-0F2F-5906-9CA8F9E541B8}"/>
          </ac:spMkLst>
        </pc:spChg>
      </pc:sldChg>
      <pc:sldChg chg="modSp new mod">
        <pc:chgData name="Andrew Peck" userId="4bb5f5f4-3b99-4404-9b08-cae7dcb06df5" providerId="ADAL" clId="{9D56E95F-BED3-4B0C-8D4C-CB7DDB53631A}" dt="2026-02-16T12:45:29.146" v="1154" actId="27636"/>
        <pc:sldMkLst>
          <pc:docMk/>
          <pc:sldMk cId="1801458166" sldId="264"/>
        </pc:sldMkLst>
        <pc:spChg chg="mod">
          <ac:chgData name="Andrew Peck" userId="4bb5f5f4-3b99-4404-9b08-cae7dcb06df5" providerId="ADAL" clId="{9D56E95F-BED3-4B0C-8D4C-CB7DDB53631A}" dt="2026-02-16T12:42:42.119" v="968" actId="20577"/>
          <ac:spMkLst>
            <pc:docMk/>
            <pc:sldMk cId="1801458166" sldId="264"/>
            <ac:spMk id="2" creationId="{41561A09-37A6-44B4-1947-B862CE9858C7}"/>
          </ac:spMkLst>
        </pc:spChg>
        <pc:spChg chg="mod">
          <ac:chgData name="Andrew Peck" userId="4bb5f5f4-3b99-4404-9b08-cae7dcb06df5" providerId="ADAL" clId="{9D56E95F-BED3-4B0C-8D4C-CB7DDB53631A}" dt="2026-02-16T12:45:29.146" v="1154" actId="27636"/>
          <ac:spMkLst>
            <pc:docMk/>
            <pc:sldMk cId="1801458166" sldId="264"/>
            <ac:spMk id="3" creationId="{9DECB5DD-9F6F-1003-B43D-B9CFCD7004C5}"/>
          </ac:spMkLst>
        </pc:spChg>
      </pc:sldChg>
      <pc:sldChg chg="addSp delSp modSp new mod modClrScheme chgLayout">
        <pc:chgData name="Andrew Peck" userId="4bb5f5f4-3b99-4404-9b08-cae7dcb06df5" providerId="ADAL" clId="{9D56E95F-BED3-4B0C-8D4C-CB7DDB53631A}" dt="2026-02-16T12:42:37.357" v="957" actId="20577"/>
        <pc:sldMkLst>
          <pc:docMk/>
          <pc:sldMk cId="3925314308" sldId="265"/>
        </pc:sldMkLst>
        <pc:spChg chg="add mod ord">
          <ac:chgData name="Andrew Peck" userId="4bb5f5f4-3b99-4404-9b08-cae7dcb06df5" providerId="ADAL" clId="{9D56E95F-BED3-4B0C-8D4C-CB7DDB53631A}" dt="2026-02-16T12:42:37.357" v="957" actId="20577"/>
          <ac:spMkLst>
            <pc:docMk/>
            <pc:sldMk cId="3925314308" sldId="265"/>
            <ac:spMk id="4" creationId="{046213A8-BED8-B7CF-B569-D0C56CF8E5F8}"/>
          </ac:spMkLst>
        </pc:spChg>
      </pc:sldChg>
      <pc:sldChg chg="modSp new mod">
        <pc:chgData name="Andrew Peck" userId="4bb5f5f4-3b99-4404-9b08-cae7dcb06df5" providerId="ADAL" clId="{9D56E95F-BED3-4B0C-8D4C-CB7DDB53631A}" dt="2026-02-16T12:48:52.349" v="1251" actId="20577"/>
        <pc:sldMkLst>
          <pc:docMk/>
          <pc:sldMk cId="3062946016" sldId="266"/>
        </pc:sldMkLst>
        <pc:spChg chg="mod">
          <ac:chgData name="Andrew Peck" userId="4bb5f5f4-3b99-4404-9b08-cae7dcb06df5" providerId="ADAL" clId="{9D56E95F-BED3-4B0C-8D4C-CB7DDB53631A}" dt="2026-02-16T12:44:25.789" v="1020" actId="20577"/>
          <ac:spMkLst>
            <pc:docMk/>
            <pc:sldMk cId="3062946016" sldId="266"/>
            <ac:spMk id="2" creationId="{A7A754FA-4351-36BB-23AB-1CE9E9233B71}"/>
          </ac:spMkLst>
        </pc:spChg>
        <pc:spChg chg="mod">
          <ac:chgData name="Andrew Peck" userId="4bb5f5f4-3b99-4404-9b08-cae7dcb06df5" providerId="ADAL" clId="{9D56E95F-BED3-4B0C-8D4C-CB7DDB53631A}" dt="2026-02-16T12:48:52.349" v="1251" actId="20577"/>
          <ac:spMkLst>
            <pc:docMk/>
            <pc:sldMk cId="3062946016" sldId="266"/>
            <ac:spMk id="3" creationId="{B1DD5F3F-469F-AF65-8B5E-25B70E7B2544}"/>
          </ac:spMkLst>
        </pc:spChg>
      </pc:sldChg>
      <pc:sldChg chg="modSp new mod">
        <pc:chgData name="Andrew Peck" userId="4bb5f5f4-3b99-4404-9b08-cae7dcb06df5" providerId="ADAL" clId="{9D56E95F-BED3-4B0C-8D4C-CB7DDB53631A}" dt="2026-02-16T12:48:01.652" v="1211" actId="27636"/>
        <pc:sldMkLst>
          <pc:docMk/>
          <pc:sldMk cId="1157325591" sldId="267"/>
        </pc:sldMkLst>
        <pc:spChg chg="mod">
          <ac:chgData name="Andrew Peck" userId="4bb5f5f4-3b99-4404-9b08-cae7dcb06df5" providerId="ADAL" clId="{9D56E95F-BED3-4B0C-8D4C-CB7DDB53631A}" dt="2026-02-16T12:46:31.121" v="1195" actId="20577"/>
          <ac:spMkLst>
            <pc:docMk/>
            <pc:sldMk cId="1157325591" sldId="267"/>
            <ac:spMk id="2" creationId="{3F2AA788-87E8-5827-BB8E-3A6871E29251}"/>
          </ac:spMkLst>
        </pc:spChg>
        <pc:spChg chg="mod">
          <ac:chgData name="Andrew Peck" userId="4bb5f5f4-3b99-4404-9b08-cae7dcb06df5" providerId="ADAL" clId="{9D56E95F-BED3-4B0C-8D4C-CB7DDB53631A}" dt="2026-02-16T12:48:01.652" v="1211" actId="27636"/>
          <ac:spMkLst>
            <pc:docMk/>
            <pc:sldMk cId="1157325591" sldId="267"/>
            <ac:spMk id="3" creationId="{A306AEBB-ADAF-65BF-DF34-9221BA9EFCBF}"/>
          </ac:spMkLst>
        </pc:spChg>
      </pc:sldChg>
      <pc:sldChg chg="addSp modSp new mod">
        <pc:chgData name="Andrew Peck" userId="4bb5f5f4-3b99-4404-9b08-cae7dcb06df5" providerId="ADAL" clId="{9D56E95F-BED3-4B0C-8D4C-CB7DDB53631A}" dt="2026-02-16T12:50:10.697" v="1291" actId="1076"/>
        <pc:sldMkLst>
          <pc:docMk/>
          <pc:sldMk cId="3567799708" sldId="268"/>
        </pc:sldMkLst>
        <pc:spChg chg="mod">
          <ac:chgData name="Andrew Peck" userId="4bb5f5f4-3b99-4404-9b08-cae7dcb06df5" providerId="ADAL" clId="{9D56E95F-BED3-4B0C-8D4C-CB7DDB53631A}" dt="2026-02-16T12:49:56.697" v="1286" actId="20577"/>
          <ac:spMkLst>
            <pc:docMk/>
            <pc:sldMk cId="3567799708" sldId="268"/>
            <ac:spMk id="2" creationId="{70F2D8F8-AD68-1091-25FD-820E5DBBA78F}"/>
          </ac:spMkLst>
        </pc:spChg>
        <pc:spChg chg="mod">
          <ac:chgData name="Andrew Peck" userId="4bb5f5f4-3b99-4404-9b08-cae7dcb06df5" providerId="ADAL" clId="{9D56E95F-BED3-4B0C-8D4C-CB7DDB53631A}" dt="2026-02-16T12:50:10.697" v="1291" actId="1076"/>
          <ac:spMkLst>
            <pc:docMk/>
            <pc:sldMk cId="3567799708" sldId="268"/>
            <ac:spMk id="3" creationId="{7244E40F-D307-6DD2-EE94-52847736DB10}"/>
          </ac:spMkLst>
        </pc:spChg>
        <pc:spChg chg="add mod">
          <ac:chgData name="Andrew Peck" userId="4bb5f5f4-3b99-4404-9b08-cae7dcb06df5" providerId="ADAL" clId="{9D56E95F-BED3-4B0C-8D4C-CB7DDB53631A}" dt="2026-02-16T12:50:00.821" v="1287" actId="1076"/>
          <ac:spMkLst>
            <pc:docMk/>
            <pc:sldMk cId="3567799708" sldId="268"/>
            <ac:spMk id="5" creationId="{D2456C54-3A68-2392-4D43-9E7B6850C4D5}"/>
          </ac:spMkLst>
        </pc:spChg>
      </pc:sldChg>
      <pc:sldChg chg="addSp delSp modSp new mod">
        <pc:chgData name="Andrew Peck" userId="4bb5f5f4-3b99-4404-9b08-cae7dcb06df5" providerId="ADAL" clId="{9D56E95F-BED3-4B0C-8D4C-CB7DDB53631A}" dt="2026-02-16T12:51:15.765" v="1384" actId="14100"/>
        <pc:sldMkLst>
          <pc:docMk/>
          <pc:sldMk cId="7622486" sldId="269"/>
        </pc:sldMkLst>
        <pc:spChg chg="mod">
          <ac:chgData name="Andrew Peck" userId="4bb5f5f4-3b99-4404-9b08-cae7dcb06df5" providerId="ADAL" clId="{9D56E95F-BED3-4B0C-8D4C-CB7DDB53631A}" dt="2026-02-16T12:50:38.988" v="1312" actId="20577"/>
          <ac:spMkLst>
            <pc:docMk/>
            <pc:sldMk cId="7622486" sldId="269"/>
            <ac:spMk id="2" creationId="{41498F3C-7D6D-B4E1-AE08-EC23E79AAEC5}"/>
          </ac:spMkLst>
        </pc:spChg>
        <pc:spChg chg="add mod">
          <ac:chgData name="Andrew Peck" userId="4bb5f5f4-3b99-4404-9b08-cae7dcb06df5" providerId="ADAL" clId="{9D56E95F-BED3-4B0C-8D4C-CB7DDB53631A}" dt="2026-02-16T12:51:15.765" v="1384" actId="14100"/>
          <ac:spMkLst>
            <pc:docMk/>
            <pc:sldMk cId="7622486" sldId="269"/>
            <ac:spMk id="4" creationId="{C1135647-527D-771D-4564-05599F879821}"/>
          </ac:spMkLst>
        </pc:spChg>
      </pc:sldChg>
      <pc:sldChg chg="modSp new mod modAnim">
        <pc:chgData name="Andrew Peck" userId="4bb5f5f4-3b99-4404-9b08-cae7dcb06df5" providerId="ADAL" clId="{9D56E95F-BED3-4B0C-8D4C-CB7DDB53631A}" dt="2026-02-16T12:52:12.469" v="1454"/>
        <pc:sldMkLst>
          <pc:docMk/>
          <pc:sldMk cId="3173277032" sldId="270"/>
        </pc:sldMkLst>
        <pc:spChg chg="mod">
          <ac:chgData name="Andrew Peck" userId="4bb5f5f4-3b99-4404-9b08-cae7dcb06df5" providerId="ADAL" clId="{9D56E95F-BED3-4B0C-8D4C-CB7DDB53631A}" dt="2026-02-16T12:51:36.397" v="1408" actId="20577"/>
          <ac:spMkLst>
            <pc:docMk/>
            <pc:sldMk cId="3173277032" sldId="270"/>
            <ac:spMk id="2" creationId="{07166FFE-8AC1-5700-F91E-35E4282E0BBD}"/>
          </ac:spMkLst>
        </pc:spChg>
        <pc:spChg chg="mod">
          <ac:chgData name="Andrew Peck" userId="4bb5f5f4-3b99-4404-9b08-cae7dcb06df5" providerId="ADAL" clId="{9D56E95F-BED3-4B0C-8D4C-CB7DDB53631A}" dt="2026-02-16T12:52:05.620" v="1453" actId="20577"/>
          <ac:spMkLst>
            <pc:docMk/>
            <pc:sldMk cId="3173277032" sldId="270"/>
            <ac:spMk id="3" creationId="{BECA82D1-1759-6C8A-6B93-619E813465D1}"/>
          </ac:spMkLst>
        </pc:spChg>
      </pc:sldChg>
      <pc:sldChg chg="addSp delSp modSp new mod modClrScheme chgLayout">
        <pc:chgData name="Andrew Peck" userId="4bb5f5f4-3b99-4404-9b08-cae7dcb06df5" providerId="ADAL" clId="{9D56E95F-BED3-4B0C-8D4C-CB7DDB53631A}" dt="2026-02-16T12:56:18.290" v="1562" actId="12"/>
        <pc:sldMkLst>
          <pc:docMk/>
          <pc:sldMk cId="63905445" sldId="271"/>
        </pc:sldMkLst>
        <pc:spChg chg="mod">
          <ac:chgData name="Andrew Peck" userId="4bb5f5f4-3b99-4404-9b08-cae7dcb06df5" providerId="ADAL" clId="{9D56E95F-BED3-4B0C-8D4C-CB7DDB53631A}" dt="2026-02-16T12:55:10.841" v="1492" actId="26606"/>
          <ac:spMkLst>
            <pc:docMk/>
            <pc:sldMk cId="63905445" sldId="271"/>
            <ac:spMk id="2" creationId="{6AB815E8-2ADB-696D-D47C-5964026AC497}"/>
          </ac:spMkLst>
        </pc:spChg>
        <pc:spChg chg="add mod ord">
          <ac:chgData name="Andrew Peck" userId="4bb5f5f4-3b99-4404-9b08-cae7dcb06df5" providerId="ADAL" clId="{9D56E95F-BED3-4B0C-8D4C-CB7DDB53631A}" dt="2026-02-16T12:55:23.419" v="1495" actId="120"/>
          <ac:spMkLst>
            <pc:docMk/>
            <pc:sldMk cId="63905445" sldId="271"/>
            <ac:spMk id="4" creationId="{B19872EB-CF52-0796-8414-EDC0D2E81013}"/>
          </ac:spMkLst>
        </pc:spChg>
        <pc:spChg chg="add mod">
          <ac:chgData name="Andrew Peck" userId="4bb5f5f4-3b99-4404-9b08-cae7dcb06df5" providerId="ADAL" clId="{9D56E95F-BED3-4B0C-8D4C-CB7DDB53631A}" dt="2026-02-16T12:56:18.290" v="1562" actId="12"/>
          <ac:spMkLst>
            <pc:docMk/>
            <pc:sldMk cId="63905445" sldId="271"/>
            <ac:spMk id="10" creationId="{88B2F901-CF36-EBEB-F531-A5B1F419D62A}"/>
          </ac:spMkLst>
        </pc:spChg>
        <pc:spChg chg="add">
          <ac:chgData name="Andrew Peck" userId="4bb5f5f4-3b99-4404-9b08-cae7dcb06df5" providerId="ADAL" clId="{9D56E95F-BED3-4B0C-8D4C-CB7DDB53631A}" dt="2026-02-16T12:55:53.441" v="1508"/>
          <ac:spMkLst>
            <pc:docMk/>
            <pc:sldMk cId="63905445" sldId="271"/>
            <ac:spMk id="11" creationId="{66E9A93F-D960-ECE3-1705-989581BD8311}"/>
          </ac:spMkLst>
        </pc:spChg>
        <pc:picChg chg="add mod">
          <ac:chgData name="Andrew Peck" userId="4bb5f5f4-3b99-4404-9b08-cae7dcb06df5" providerId="ADAL" clId="{9D56E95F-BED3-4B0C-8D4C-CB7DDB53631A}" dt="2026-02-16T12:55:10.841" v="1492" actId="26606"/>
          <ac:picMkLst>
            <pc:docMk/>
            <pc:sldMk cId="63905445" sldId="271"/>
            <ac:picMk id="8" creationId="{EA82AB35-EE3A-4FCB-EDF6-E3F403D3D53B}"/>
          </ac:picMkLst>
        </pc:picChg>
      </pc:sldChg>
      <pc:sldChg chg="addSp delSp modSp new mod modAnim">
        <pc:chgData name="Andrew Peck" userId="4bb5f5f4-3b99-4404-9b08-cae7dcb06df5" providerId="ADAL" clId="{9D56E95F-BED3-4B0C-8D4C-CB7DDB53631A}" dt="2026-02-16T12:58:18.342" v="1644" actId="1076"/>
        <pc:sldMkLst>
          <pc:docMk/>
          <pc:sldMk cId="794416250" sldId="272"/>
        </pc:sldMkLst>
        <pc:spChg chg="mod">
          <ac:chgData name="Andrew Peck" userId="4bb5f5f4-3b99-4404-9b08-cae7dcb06df5" providerId="ADAL" clId="{9D56E95F-BED3-4B0C-8D4C-CB7DDB53631A}" dt="2026-02-16T12:56:30.712" v="1583" actId="20577"/>
          <ac:spMkLst>
            <pc:docMk/>
            <pc:sldMk cId="794416250" sldId="272"/>
            <ac:spMk id="2" creationId="{AB648391-58A5-D63C-825F-F3454DA5C6FC}"/>
          </ac:spMkLst>
        </pc:spChg>
        <pc:spChg chg="mod">
          <ac:chgData name="Andrew Peck" userId="4bb5f5f4-3b99-4404-9b08-cae7dcb06df5" providerId="ADAL" clId="{9D56E95F-BED3-4B0C-8D4C-CB7DDB53631A}" dt="2026-02-16T12:57:14.853" v="1590" actId="12"/>
          <ac:spMkLst>
            <pc:docMk/>
            <pc:sldMk cId="794416250" sldId="272"/>
            <ac:spMk id="3" creationId="{2AEF7835-5087-25D7-109B-C9C29BDDE1A5}"/>
          </ac:spMkLst>
        </pc:spChg>
        <pc:spChg chg="add mod">
          <ac:chgData name="Andrew Peck" userId="4bb5f5f4-3b99-4404-9b08-cae7dcb06df5" providerId="ADAL" clId="{9D56E95F-BED3-4B0C-8D4C-CB7DDB53631A}" dt="2026-02-16T12:57:42.361" v="1599" actId="1076"/>
          <ac:spMkLst>
            <pc:docMk/>
            <pc:sldMk cId="794416250" sldId="272"/>
            <ac:spMk id="6" creationId="{BEFF030F-1FD2-DEDD-03E0-C72D11DCECF8}"/>
          </ac:spMkLst>
        </pc:spChg>
        <pc:spChg chg="add mod">
          <ac:chgData name="Andrew Peck" userId="4bb5f5f4-3b99-4404-9b08-cae7dcb06df5" providerId="ADAL" clId="{9D56E95F-BED3-4B0C-8D4C-CB7DDB53631A}" dt="2026-02-16T12:58:18.342" v="1644" actId="1076"/>
          <ac:spMkLst>
            <pc:docMk/>
            <pc:sldMk cId="794416250" sldId="272"/>
            <ac:spMk id="7" creationId="{E24FAEB8-E2E0-1CA3-D204-F2D047D582AA}"/>
          </ac:spMkLst>
        </pc:spChg>
      </pc:sldChg>
      <pc:sldChg chg="addSp delSp modSp new mod modNotesTx">
        <pc:chgData name="Andrew Peck" userId="4bb5f5f4-3b99-4404-9b08-cae7dcb06df5" providerId="ADAL" clId="{9D56E95F-BED3-4B0C-8D4C-CB7DDB53631A}" dt="2026-02-16T13:02:22.076" v="1872" actId="20577"/>
        <pc:sldMkLst>
          <pc:docMk/>
          <pc:sldMk cId="662925836" sldId="273"/>
        </pc:sldMkLst>
        <pc:spChg chg="mod">
          <ac:chgData name="Andrew Peck" userId="4bb5f5f4-3b99-4404-9b08-cae7dcb06df5" providerId="ADAL" clId="{9D56E95F-BED3-4B0C-8D4C-CB7DDB53631A}" dt="2026-02-16T12:59:01.373" v="1655" actId="20577"/>
          <ac:spMkLst>
            <pc:docMk/>
            <pc:sldMk cId="662925836" sldId="273"/>
            <ac:spMk id="2" creationId="{FAFCD415-AACF-E514-286B-979298FFE61C}"/>
          </ac:spMkLst>
        </pc:spChg>
        <pc:spChg chg="mod">
          <ac:chgData name="Andrew Peck" userId="4bb5f5f4-3b99-4404-9b08-cae7dcb06df5" providerId="ADAL" clId="{9D56E95F-BED3-4B0C-8D4C-CB7DDB53631A}" dt="2026-02-16T13:02:05.124" v="1826" actId="20577"/>
          <ac:spMkLst>
            <pc:docMk/>
            <pc:sldMk cId="662925836" sldId="273"/>
            <ac:spMk id="3" creationId="{F0190C8D-D90A-1B59-D9BA-7D87E3FB05E3}"/>
          </ac:spMkLst>
        </pc:spChg>
        <pc:spChg chg="add del mod">
          <ac:chgData name="Andrew Peck" userId="4bb5f5f4-3b99-4404-9b08-cae7dcb06df5" providerId="ADAL" clId="{9D56E95F-BED3-4B0C-8D4C-CB7DDB53631A}" dt="2026-02-16T13:00:39.772" v="1754" actId="478"/>
          <ac:spMkLst>
            <pc:docMk/>
            <pc:sldMk cId="662925836" sldId="273"/>
            <ac:spMk id="8" creationId="{F9272B75-283F-E157-BBE8-BC1F76677BB2}"/>
          </ac:spMkLst>
        </pc:spChg>
        <pc:picChg chg="add del mod">
          <ac:chgData name="Andrew Peck" userId="4bb5f5f4-3b99-4404-9b08-cae7dcb06df5" providerId="ADAL" clId="{9D56E95F-BED3-4B0C-8D4C-CB7DDB53631A}" dt="2026-02-16T13:00:39.772" v="1754" actId="478"/>
          <ac:picMkLst>
            <pc:docMk/>
            <pc:sldMk cId="662925836" sldId="273"/>
            <ac:picMk id="7" creationId="{944066A5-6095-1CFD-45D7-6819814ADDE2}"/>
          </ac:picMkLst>
        </pc:picChg>
      </pc:sldChg>
      <pc:sldChg chg="addSp delSp modSp new mod modClrScheme chgLayout">
        <pc:chgData name="Andrew Peck" userId="4bb5f5f4-3b99-4404-9b08-cae7dcb06df5" providerId="ADAL" clId="{9D56E95F-BED3-4B0C-8D4C-CB7DDB53631A}" dt="2026-02-16T13:03:13.165" v="1909" actId="20577"/>
        <pc:sldMkLst>
          <pc:docMk/>
          <pc:sldMk cId="1965196333" sldId="274"/>
        </pc:sldMkLst>
        <pc:spChg chg="mod ord">
          <ac:chgData name="Andrew Peck" userId="4bb5f5f4-3b99-4404-9b08-cae7dcb06df5" providerId="ADAL" clId="{9D56E95F-BED3-4B0C-8D4C-CB7DDB53631A}" dt="2026-02-16T13:03:05.705" v="1887" actId="700"/>
          <ac:spMkLst>
            <pc:docMk/>
            <pc:sldMk cId="1965196333" sldId="274"/>
            <ac:spMk id="2" creationId="{254580ED-420B-1DD7-7C13-2DC7794D8E70}"/>
          </ac:spMkLst>
        </pc:spChg>
        <pc:spChg chg="add mod ord">
          <ac:chgData name="Andrew Peck" userId="4bb5f5f4-3b99-4404-9b08-cae7dcb06df5" providerId="ADAL" clId="{9D56E95F-BED3-4B0C-8D4C-CB7DDB53631A}" dt="2026-02-16T13:03:05.705" v="1887" actId="700"/>
          <ac:spMkLst>
            <pc:docMk/>
            <pc:sldMk cId="1965196333" sldId="274"/>
            <ac:spMk id="6" creationId="{91182174-6378-BD04-6ABA-604C802DF5BD}"/>
          </ac:spMkLst>
        </pc:spChg>
        <pc:spChg chg="add mod ord">
          <ac:chgData name="Andrew Peck" userId="4bb5f5f4-3b99-4404-9b08-cae7dcb06df5" providerId="ADAL" clId="{9D56E95F-BED3-4B0C-8D4C-CB7DDB53631A}" dt="2026-02-16T13:03:13.165" v="1909" actId="20577"/>
          <ac:spMkLst>
            <pc:docMk/>
            <pc:sldMk cId="1965196333" sldId="274"/>
            <ac:spMk id="7" creationId="{C472A6FF-7D5A-9F1D-3510-C4FD6620C694}"/>
          </ac:spMkLst>
        </pc:spChg>
      </pc:sldChg>
      <pc:sldChg chg="addSp modSp add mod">
        <pc:chgData name="Andrew Peck" userId="4bb5f5f4-3b99-4404-9b08-cae7dcb06df5" providerId="ADAL" clId="{9D56E95F-BED3-4B0C-8D4C-CB7DDB53631A}" dt="2026-02-16T13:38:11.492" v="2296" actId="20577"/>
        <pc:sldMkLst>
          <pc:docMk/>
          <pc:sldMk cId="3950727142" sldId="275"/>
        </pc:sldMkLst>
        <pc:spChg chg="mod">
          <ac:chgData name="Andrew Peck" userId="4bb5f5f4-3b99-4404-9b08-cae7dcb06df5" providerId="ADAL" clId="{9D56E95F-BED3-4B0C-8D4C-CB7DDB53631A}" dt="2026-02-16T13:36:33.542" v="2104" actId="20577"/>
          <ac:spMkLst>
            <pc:docMk/>
            <pc:sldMk cId="3950727142" sldId="275"/>
            <ac:spMk id="4" creationId="{B08A5F4D-78FA-7085-0FBB-A87A14B8C7CA}"/>
          </ac:spMkLst>
        </pc:spChg>
        <pc:spChg chg="mod">
          <ac:chgData name="Andrew Peck" userId="4bb5f5f4-3b99-4404-9b08-cae7dcb06df5" providerId="ADAL" clId="{9D56E95F-BED3-4B0C-8D4C-CB7DDB53631A}" dt="2026-02-16T13:38:11.492" v="2296" actId="20577"/>
          <ac:spMkLst>
            <pc:docMk/>
            <pc:sldMk cId="3950727142" sldId="275"/>
            <ac:spMk id="5" creationId="{C2DDBFB7-C3C0-328C-ADE9-57ECF4981FC5}"/>
          </ac:spMkLst>
        </pc:spChg>
        <pc:picChg chg="add mod">
          <ac:chgData name="Andrew Peck" userId="4bb5f5f4-3b99-4404-9b08-cae7dcb06df5" providerId="ADAL" clId="{9D56E95F-BED3-4B0C-8D4C-CB7DDB53631A}" dt="2026-02-16T13:38:04.998" v="2294" actId="1076"/>
          <ac:picMkLst>
            <pc:docMk/>
            <pc:sldMk cId="3950727142" sldId="275"/>
            <ac:picMk id="3" creationId="{D7E55FF9-2D4E-47EE-5228-D0E8D9D9A3A5}"/>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4777C37F-70CA-DA4B-9BF7-D3284F004EB6}" type="datetimeFigureOut">
              <a:rPr lang="en-US" smtClean="0"/>
              <a:t>2/16/2026</a:t>
            </a:fld>
            <a:endParaRPr lang="en-US"/>
          </a:p>
        </p:txBody>
      </p:sp>
      <p:sp>
        <p:nvSpPr>
          <p:cNvPr id="4" name="Footer Placeholder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26A85354-1BB5-0D49-8EAE-C2125EAED337}" type="slidenum">
              <a:rPr lang="en-US" smtClean="0"/>
              <a:t>‹#›</a:t>
            </a:fld>
            <a:endParaRPr lang="en-US"/>
          </a:p>
        </p:txBody>
      </p:sp>
    </p:spTree>
    <p:extLst>
      <p:ext uri="{BB962C8B-B14F-4D97-AF65-F5344CB8AC3E}">
        <p14:creationId xmlns:p14="http://schemas.microsoft.com/office/powerpoint/2010/main" val="18021093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7FE1894D-29C1-4F1C-A22C-0904E83E75F9}" type="datetimeFigureOut">
              <a:rPr lang="en-GB" smtClean="0"/>
              <a:t>16/02/2026</a:t>
            </a:fld>
            <a:endParaRPr lang="en-GB"/>
          </a:p>
        </p:txBody>
      </p:sp>
      <p:sp>
        <p:nvSpPr>
          <p:cNvPr id="4" name="Slide Image Placeholder 3"/>
          <p:cNvSpPr>
            <a:spLocks noGrp="1" noRot="1" noChangeAspect="1"/>
          </p:cNvSpPr>
          <p:nvPr>
            <p:ph type="sldImg" idx="2"/>
          </p:nvPr>
        </p:nvSpPr>
        <p:spPr>
          <a:xfrm>
            <a:off x="1165225" y="1241425"/>
            <a:ext cx="44672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63C9B765-E964-4C4F-963A-233F81AE88E8}" type="slidenum">
              <a:rPr lang="en-GB" smtClean="0"/>
              <a:t>‹#›</a:t>
            </a:fld>
            <a:endParaRPr lang="en-GB"/>
          </a:p>
        </p:txBody>
      </p:sp>
    </p:spTree>
    <p:extLst>
      <p:ext uri="{BB962C8B-B14F-4D97-AF65-F5344CB8AC3E}">
        <p14:creationId xmlns:p14="http://schemas.microsoft.com/office/powerpoint/2010/main" val="2001119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https://www.gov.uk/government/news/intelligence-agencies-provide-briefings-on-foreign-interference</a:t>
            </a:r>
          </a:p>
        </p:txBody>
      </p:sp>
      <p:sp>
        <p:nvSpPr>
          <p:cNvPr id="4" name="Slide Number Placeholder 3"/>
          <p:cNvSpPr>
            <a:spLocks noGrp="1"/>
          </p:cNvSpPr>
          <p:nvPr>
            <p:ph type="sldNum" sz="quarter" idx="5"/>
          </p:nvPr>
        </p:nvSpPr>
        <p:spPr/>
        <p:txBody>
          <a:bodyPr/>
          <a:lstStyle/>
          <a:p>
            <a:fld id="{63C9B765-E964-4C4F-963A-233F81AE88E8}" type="slidenum">
              <a:rPr lang="en-GB" smtClean="0"/>
              <a:t>2</a:t>
            </a:fld>
            <a:endParaRPr lang="en-GB"/>
          </a:p>
        </p:txBody>
      </p:sp>
    </p:spTree>
    <p:extLst>
      <p:ext uri="{BB962C8B-B14F-4D97-AF65-F5344CB8AC3E}">
        <p14:creationId xmlns:p14="http://schemas.microsoft.com/office/powerpoint/2010/main" val="38818425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https://www.gov.uk/intellectual-property-an-overview</a:t>
            </a:r>
          </a:p>
          <a:p>
            <a:endParaRPr lang="en-GB" dirty="0"/>
          </a:p>
          <a:p>
            <a:r>
              <a:rPr lang="en-GB" sz="1200" b="0" i="0" kern="1200" dirty="0">
                <a:solidFill>
                  <a:schemeClr val="tx1"/>
                </a:solidFill>
                <a:effectLst/>
                <a:latin typeface="+mn-lt"/>
                <a:ea typeface="+mn-ea"/>
                <a:cs typeface="+mn-cs"/>
              </a:rPr>
              <a:t>Drahos, Peter. </a:t>
            </a:r>
            <a:r>
              <a:rPr lang="en-GB" sz="1200" b="0" i="1" kern="1200" dirty="0">
                <a:solidFill>
                  <a:schemeClr val="tx1"/>
                </a:solidFill>
                <a:effectLst/>
                <a:latin typeface="+mn-lt"/>
                <a:ea typeface="+mn-ea"/>
                <a:cs typeface="+mn-cs"/>
              </a:rPr>
              <a:t>A philosophy of intellectual property</a:t>
            </a:r>
            <a:r>
              <a:rPr lang="en-GB" sz="1200" b="0" i="0" kern="1200" dirty="0">
                <a:solidFill>
                  <a:schemeClr val="tx1"/>
                </a:solidFill>
                <a:effectLst/>
                <a:latin typeface="+mn-lt"/>
                <a:ea typeface="+mn-ea"/>
                <a:cs typeface="+mn-cs"/>
              </a:rPr>
              <a:t>. Routledge, 2016.</a:t>
            </a:r>
            <a:endParaRPr lang="en-GB" dirty="0"/>
          </a:p>
        </p:txBody>
      </p:sp>
      <p:sp>
        <p:nvSpPr>
          <p:cNvPr id="4" name="Slide Number Placeholder 3"/>
          <p:cNvSpPr>
            <a:spLocks noGrp="1"/>
          </p:cNvSpPr>
          <p:nvPr>
            <p:ph type="sldNum" sz="quarter" idx="5"/>
          </p:nvPr>
        </p:nvSpPr>
        <p:spPr/>
        <p:txBody>
          <a:bodyPr/>
          <a:lstStyle/>
          <a:p>
            <a:fld id="{63C9B765-E964-4C4F-963A-233F81AE88E8}" type="slidenum">
              <a:rPr lang="en-GB" smtClean="0"/>
              <a:t>5</a:t>
            </a:fld>
            <a:endParaRPr lang="en-GB"/>
          </a:p>
        </p:txBody>
      </p:sp>
    </p:spTree>
    <p:extLst>
      <p:ext uri="{BB962C8B-B14F-4D97-AF65-F5344CB8AC3E}">
        <p14:creationId xmlns:p14="http://schemas.microsoft.com/office/powerpoint/2010/main" val="39413802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https://www.volvogroup.com/en/about-us/heritage/three-point-safety-belt.html</a:t>
            </a:r>
          </a:p>
          <a:p>
            <a:endParaRPr lang="en-GB" dirty="0"/>
          </a:p>
          <a:p>
            <a:r>
              <a:rPr lang="en-GB" dirty="0"/>
              <a:t>September 1</a:t>
            </a:r>
            <a:r>
              <a:rPr lang="en-GB" baseline="30000" dirty="0"/>
              <a:t>st</a:t>
            </a:r>
            <a:r>
              <a:rPr lang="en-GB" dirty="0"/>
              <a:t> 1983, KAL 007 – SHOT DOWN by soviets.</a:t>
            </a:r>
          </a:p>
          <a:p>
            <a:endParaRPr lang="en-GB" dirty="0"/>
          </a:p>
          <a:p>
            <a:r>
              <a:rPr lang="en-GB" dirty="0"/>
              <a:t>https://www.koreaherald.com/article/3162458</a:t>
            </a:r>
          </a:p>
        </p:txBody>
      </p:sp>
      <p:sp>
        <p:nvSpPr>
          <p:cNvPr id="4" name="Slide Number Placeholder 3"/>
          <p:cNvSpPr>
            <a:spLocks noGrp="1"/>
          </p:cNvSpPr>
          <p:nvPr>
            <p:ph type="sldNum" sz="quarter" idx="5"/>
          </p:nvPr>
        </p:nvSpPr>
        <p:spPr/>
        <p:txBody>
          <a:bodyPr/>
          <a:lstStyle/>
          <a:p>
            <a:fld id="{63C9B765-E964-4C4F-963A-233F81AE88E8}" type="slidenum">
              <a:rPr lang="en-GB" smtClean="0"/>
              <a:t>8</a:t>
            </a:fld>
            <a:endParaRPr lang="en-GB"/>
          </a:p>
        </p:txBody>
      </p:sp>
    </p:spTree>
    <p:extLst>
      <p:ext uri="{BB962C8B-B14F-4D97-AF65-F5344CB8AC3E}">
        <p14:creationId xmlns:p14="http://schemas.microsoft.com/office/powerpoint/2010/main" val="32510327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GB" b="1" dirty="0"/>
              <a:t>Court:</a:t>
            </a:r>
            <a:r>
              <a:rPr lang="en-GB" dirty="0"/>
              <a:t> Court of Justice of the European Union (CJEU)</a:t>
            </a:r>
          </a:p>
          <a:p>
            <a:pPr marL="0" indent="0">
              <a:buNone/>
            </a:pPr>
            <a:r>
              <a:rPr lang="en-GB" b="1" dirty="0"/>
              <a:t>Decision date:</a:t>
            </a:r>
            <a:r>
              <a:rPr lang="en-GB" dirty="0"/>
              <a:t> July 16, 2009</a:t>
            </a:r>
          </a:p>
          <a:p>
            <a:pPr marL="0" indent="0">
              <a:buNone/>
            </a:pPr>
            <a:r>
              <a:rPr lang="en-GB" b="1" dirty="0"/>
              <a:t>Case number:</a:t>
            </a:r>
            <a:r>
              <a:rPr lang="en-GB" dirty="0"/>
              <a:t> C-5/08</a:t>
            </a:r>
          </a:p>
          <a:p>
            <a:pPr marL="0" indent="0">
              <a:buNone/>
            </a:pPr>
            <a:r>
              <a:rPr lang="en-GB" b="1" dirty="0"/>
              <a:t>Core issue:</a:t>
            </a:r>
            <a:r>
              <a:rPr lang="en-GB" dirty="0"/>
              <a:t> Copyright protection of short text extracts</a:t>
            </a:r>
          </a:p>
          <a:p>
            <a:pPr marL="0" indent="0">
              <a:buNone/>
            </a:pPr>
            <a:r>
              <a:rPr lang="en-GB" b="1" dirty="0"/>
              <a:t>Legal basis:</a:t>
            </a:r>
            <a:r>
              <a:rPr lang="en-GB" dirty="0"/>
              <a:t> EU Copyright Directive (</a:t>
            </a:r>
            <a:r>
              <a:rPr lang="en-GB" dirty="0" err="1"/>
              <a:t>InfoSoc</a:t>
            </a:r>
            <a:r>
              <a:rPr lang="en-GB" dirty="0"/>
              <a:t> Directive)</a:t>
            </a:r>
          </a:p>
          <a:p>
            <a:endParaRPr lang="en-GB" dirty="0"/>
          </a:p>
        </p:txBody>
      </p:sp>
      <p:sp>
        <p:nvSpPr>
          <p:cNvPr id="4" name="Slide Number Placeholder 3"/>
          <p:cNvSpPr>
            <a:spLocks noGrp="1"/>
          </p:cNvSpPr>
          <p:nvPr>
            <p:ph type="sldNum" sz="quarter" idx="5"/>
          </p:nvPr>
        </p:nvSpPr>
        <p:spPr/>
        <p:txBody>
          <a:bodyPr/>
          <a:lstStyle/>
          <a:p>
            <a:fld id="{63C9B765-E964-4C4F-963A-233F81AE88E8}" type="slidenum">
              <a:rPr lang="en-GB" smtClean="0"/>
              <a:t>11</a:t>
            </a:fld>
            <a:endParaRPr lang="en-GB"/>
          </a:p>
        </p:txBody>
      </p:sp>
    </p:spTree>
    <p:extLst>
      <p:ext uri="{BB962C8B-B14F-4D97-AF65-F5344CB8AC3E}">
        <p14:creationId xmlns:p14="http://schemas.microsoft.com/office/powerpoint/2010/main" val="30360955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https://deadline.com/2025/12/disney-google-cease-and-desist-letter-1236645802/</a:t>
            </a:r>
          </a:p>
          <a:p>
            <a:endParaRPr lang="en-GB" dirty="0"/>
          </a:p>
          <a:p>
            <a:r>
              <a:rPr lang="en-GB" dirty="0"/>
              <a:t>Risk v. legality v. </a:t>
            </a:r>
            <a:r>
              <a:rPr lang="en-GB" dirty="0" err="1"/>
              <a:t>enforcability</a:t>
            </a:r>
            <a:endParaRPr lang="en-GB" dirty="0"/>
          </a:p>
        </p:txBody>
      </p:sp>
      <p:sp>
        <p:nvSpPr>
          <p:cNvPr id="4" name="Slide Number Placeholder 3"/>
          <p:cNvSpPr>
            <a:spLocks noGrp="1"/>
          </p:cNvSpPr>
          <p:nvPr>
            <p:ph type="sldNum" sz="quarter" idx="5"/>
          </p:nvPr>
        </p:nvSpPr>
        <p:spPr/>
        <p:txBody>
          <a:bodyPr/>
          <a:lstStyle/>
          <a:p>
            <a:fld id="{63C9B765-E964-4C4F-963A-233F81AE88E8}" type="slidenum">
              <a:rPr lang="en-GB" smtClean="0"/>
              <a:t>19</a:t>
            </a:fld>
            <a:endParaRPr lang="en-GB"/>
          </a:p>
        </p:txBody>
      </p:sp>
    </p:spTree>
    <p:extLst>
      <p:ext uri="{BB962C8B-B14F-4D97-AF65-F5344CB8AC3E}">
        <p14:creationId xmlns:p14="http://schemas.microsoft.com/office/powerpoint/2010/main" val="17611352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file://localhost/Users/paulatki/Desktop/2015%20LU%20Logos/PRINT/LU/png/For%20use%20on%20A4/LU_A4_WHITE.png"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Title Slide Moder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41157" y="3057699"/>
            <a:ext cx="8277728" cy="1807533"/>
          </a:xfrm>
        </p:spPr>
        <p:txBody>
          <a:bodyPr anchor="t"/>
          <a:lstStyle>
            <a:lvl1pPr algn="l">
              <a:lnSpc>
                <a:spcPct val="80000"/>
              </a:lnSpc>
              <a:defRPr sz="4000" b="1" cap="all">
                <a:solidFill>
                  <a:schemeClr val="bg1"/>
                </a:solidFill>
              </a:defRPr>
            </a:lvl1pPr>
          </a:lstStyle>
          <a:p>
            <a:r>
              <a:rPr lang="en-GB" dirty="0"/>
              <a:t>Click to edit Master title style</a:t>
            </a:r>
            <a:endParaRPr lang="en-US" dirty="0"/>
          </a:p>
        </p:txBody>
      </p:sp>
      <p:sp>
        <p:nvSpPr>
          <p:cNvPr id="3" name="Text Placeholder 2"/>
          <p:cNvSpPr>
            <a:spLocks noGrp="1"/>
          </p:cNvSpPr>
          <p:nvPr>
            <p:ph type="body" idx="1"/>
          </p:nvPr>
        </p:nvSpPr>
        <p:spPr>
          <a:xfrm>
            <a:off x="441157" y="2002971"/>
            <a:ext cx="8277728" cy="1054728"/>
          </a:xfrm>
        </p:spPr>
        <p:txBody>
          <a:bodyPr anchor="b">
            <a:normAutofit/>
          </a:bodyPr>
          <a:lstStyle>
            <a:lvl1pPr marL="0" indent="0" algn="l">
              <a:lnSpc>
                <a:spcPct val="80000"/>
              </a:lnSpc>
              <a:buNone/>
              <a:defRPr sz="1800" spc="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dirty="0"/>
              <a:t>Click to edit Master text styles</a:t>
            </a:r>
          </a:p>
        </p:txBody>
      </p:sp>
    </p:spTree>
    <p:extLst>
      <p:ext uri="{BB962C8B-B14F-4D97-AF65-F5344CB8AC3E}">
        <p14:creationId xmlns:p14="http://schemas.microsoft.com/office/powerpoint/2010/main" val="1859542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Standar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normAutofit/>
          </a:bodyPr>
          <a:lstStyle>
            <a:lvl1pPr>
              <a:defRPr sz="4000" b="1">
                <a:solidFill>
                  <a:schemeClr val="bg1"/>
                </a:solidFill>
              </a:defRPr>
            </a:lvl1pPr>
          </a:lstStyle>
          <a:p>
            <a:r>
              <a:rPr lang="en-GB" dirty="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normAutofit/>
          </a:bodyPr>
          <a:lstStyle>
            <a:lvl1pPr marL="0" indent="0" algn="ctr">
              <a:buNone/>
              <a:defRPr sz="2800">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Master subtitle style</a:t>
            </a:r>
            <a:endParaRPr lang="en-US" dirty="0"/>
          </a:p>
        </p:txBody>
      </p:sp>
    </p:spTree>
    <p:extLst>
      <p:ext uri="{BB962C8B-B14F-4D97-AF65-F5344CB8AC3E}">
        <p14:creationId xmlns:p14="http://schemas.microsoft.com/office/powerpoint/2010/main" val="1745526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915736"/>
            <a:ext cx="8229600" cy="812800"/>
          </a:xfrm>
          <a:ln>
            <a:noFill/>
          </a:ln>
        </p:spPr>
        <p:txBody>
          <a:bodyPr>
            <a:normAutofit/>
          </a:bodyPr>
          <a:lstStyle>
            <a:lvl1pPr algn="l">
              <a:defRPr sz="3200" b="1">
                <a:solidFill>
                  <a:schemeClr val="tx2"/>
                </a:solidFill>
              </a:defRPr>
            </a:lvl1pPr>
          </a:lstStyle>
          <a:p>
            <a:r>
              <a:rPr lang="en-GB" dirty="0"/>
              <a:t>Click to edit Master title style</a:t>
            </a:r>
            <a:endParaRPr lang="en-US" dirty="0"/>
          </a:p>
        </p:txBody>
      </p:sp>
      <p:sp>
        <p:nvSpPr>
          <p:cNvPr id="3" name="Content Placeholder 2"/>
          <p:cNvSpPr>
            <a:spLocks noGrp="1"/>
          </p:cNvSpPr>
          <p:nvPr>
            <p:ph idx="1"/>
          </p:nvPr>
        </p:nvSpPr>
        <p:spPr>
          <a:xfrm>
            <a:off x="457200" y="1728537"/>
            <a:ext cx="8229600" cy="5057275"/>
          </a:xfrm>
        </p:spPr>
        <p:txBody>
          <a:bodyPr/>
          <a:lstStyle>
            <a:lvl1pPr marL="342900" indent="-342900">
              <a:buClrTx/>
              <a:buFont typeface="Arial"/>
              <a:buChar char="•"/>
              <a:defRPr sz="2400">
                <a:solidFill>
                  <a:schemeClr val="tx2"/>
                </a:solidFill>
              </a:defRPr>
            </a:lvl1pPr>
            <a:lvl2pPr marL="742950" indent="-285750">
              <a:buClrTx/>
              <a:buFont typeface="Arial"/>
              <a:buChar char="•"/>
              <a:defRPr sz="2000">
                <a:solidFill>
                  <a:schemeClr val="tx2"/>
                </a:solidFill>
              </a:defRPr>
            </a:lvl2pPr>
            <a:lvl3pPr marL="1143000" indent="-228600">
              <a:buClrTx/>
              <a:buFont typeface="Arial"/>
              <a:buChar char="•"/>
              <a:defRPr sz="1800">
                <a:solidFill>
                  <a:schemeClr val="tx2"/>
                </a:solidFill>
              </a:defRPr>
            </a:lvl3pPr>
            <a:lvl4pPr marL="1600200" indent="-228600">
              <a:buClrTx/>
              <a:buFont typeface="Arial"/>
              <a:buChar char="•"/>
              <a:defRPr sz="1600">
                <a:solidFill>
                  <a:schemeClr val="tx2"/>
                </a:solidFill>
              </a:defRPr>
            </a:lvl4pPr>
            <a:lvl5pPr marL="2057400" indent="-228600">
              <a:buClrTx/>
              <a:buFont typeface="Arial"/>
              <a:buChar char="•"/>
              <a:defRPr sz="1400">
                <a:solidFill>
                  <a:schemeClr val="tx2"/>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32780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915736"/>
            <a:ext cx="8229600" cy="812800"/>
          </a:xfrm>
        </p:spPr>
        <p:txBody>
          <a:bodyPr>
            <a:normAutofit/>
          </a:bodyPr>
          <a:lstStyle>
            <a:lvl1pPr algn="l">
              <a:defRPr sz="3200" b="1">
                <a:solidFill>
                  <a:schemeClr val="tx2"/>
                </a:solidFill>
              </a:defRPr>
            </a:lvl1pPr>
          </a:lstStyle>
          <a:p>
            <a:r>
              <a:rPr lang="en-GB" dirty="0"/>
              <a:t>Click to edit Master title style</a:t>
            </a:r>
            <a:endParaRPr lang="en-US" dirty="0"/>
          </a:p>
        </p:txBody>
      </p:sp>
      <p:sp>
        <p:nvSpPr>
          <p:cNvPr id="3" name="Content Placeholder 2"/>
          <p:cNvSpPr>
            <a:spLocks noGrp="1"/>
          </p:cNvSpPr>
          <p:nvPr>
            <p:ph idx="1"/>
          </p:nvPr>
        </p:nvSpPr>
        <p:spPr>
          <a:xfrm>
            <a:off x="457202" y="1728536"/>
            <a:ext cx="5766197" cy="5053264"/>
          </a:xfrm>
        </p:spPr>
        <p:txBody>
          <a:bodyPr/>
          <a:lstStyle>
            <a:lvl1pPr marL="342900" indent="-342900">
              <a:buClrTx/>
              <a:buFont typeface="Arial"/>
              <a:buChar char="•"/>
              <a:defRPr sz="2400">
                <a:solidFill>
                  <a:schemeClr val="tx2"/>
                </a:solidFill>
              </a:defRPr>
            </a:lvl1pPr>
            <a:lvl2pPr marL="742950" indent="-285750">
              <a:buClrTx/>
              <a:buFont typeface="Arial"/>
              <a:buChar char="•"/>
              <a:defRPr sz="2000">
                <a:solidFill>
                  <a:schemeClr val="tx2"/>
                </a:solidFill>
              </a:defRPr>
            </a:lvl2pPr>
            <a:lvl3pPr marL="1143000" indent="-228600">
              <a:buClrTx/>
              <a:buFont typeface="Arial"/>
              <a:buChar char="•"/>
              <a:defRPr sz="1800">
                <a:solidFill>
                  <a:schemeClr val="tx2"/>
                </a:solidFill>
              </a:defRPr>
            </a:lvl3pPr>
            <a:lvl4pPr marL="1600200" indent="-228600">
              <a:buClrTx/>
              <a:buFont typeface="Arial"/>
              <a:buChar char="•"/>
              <a:defRPr sz="1600">
                <a:solidFill>
                  <a:schemeClr val="tx2"/>
                </a:solidFill>
              </a:defRPr>
            </a:lvl4pPr>
            <a:lvl5pPr marL="2057400" indent="-228600">
              <a:buClrTx/>
              <a:buFont typeface="Arial"/>
              <a:buChar char="•"/>
              <a:defRPr sz="1400">
                <a:solidFill>
                  <a:schemeClr val="tx2"/>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Content Placeholder 10"/>
          <p:cNvSpPr>
            <a:spLocks noGrp="1"/>
          </p:cNvSpPr>
          <p:nvPr>
            <p:ph sz="quarter" idx="12" hasCustomPrompt="1"/>
          </p:nvPr>
        </p:nvSpPr>
        <p:spPr>
          <a:xfrm>
            <a:off x="6301642" y="1728537"/>
            <a:ext cx="2385159" cy="2557056"/>
          </a:xfrm>
        </p:spPr>
        <p:txBody>
          <a:bodyPr anchor="ctr">
            <a:normAutofit/>
          </a:bodyPr>
          <a:lstStyle>
            <a:lvl1pPr marL="0" indent="0" algn="ctr">
              <a:buFontTx/>
              <a:buNone/>
              <a:defRPr sz="1800" baseline="0">
                <a:solidFill>
                  <a:schemeClr val="accent2"/>
                </a:solidFill>
              </a:defRPr>
            </a:lvl1pPr>
          </a:lstStyle>
          <a:p>
            <a:pPr lvl="0"/>
            <a:r>
              <a:rPr lang="en-GB" dirty="0"/>
              <a:t>(click icons to add content)</a:t>
            </a:r>
            <a:endParaRPr lang="en-US" dirty="0"/>
          </a:p>
        </p:txBody>
      </p:sp>
      <p:sp>
        <p:nvSpPr>
          <p:cNvPr id="9" name="Content Placeholder 10"/>
          <p:cNvSpPr>
            <a:spLocks noGrp="1"/>
          </p:cNvSpPr>
          <p:nvPr>
            <p:ph sz="quarter" idx="13" hasCustomPrompt="1"/>
          </p:nvPr>
        </p:nvSpPr>
        <p:spPr>
          <a:xfrm>
            <a:off x="6301642" y="4363840"/>
            <a:ext cx="2385159" cy="2417960"/>
          </a:xfrm>
        </p:spPr>
        <p:txBody>
          <a:bodyPr anchor="ctr">
            <a:normAutofit/>
          </a:bodyPr>
          <a:lstStyle>
            <a:lvl1pPr marL="0" indent="0" algn="ctr">
              <a:buFontTx/>
              <a:buNone/>
              <a:defRPr sz="1800" baseline="0">
                <a:solidFill>
                  <a:schemeClr val="accent2"/>
                </a:solidFill>
              </a:defRPr>
            </a:lvl1pPr>
          </a:lstStyle>
          <a:p>
            <a:pPr lvl="0"/>
            <a:r>
              <a:rPr lang="en-GB" dirty="0"/>
              <a:t>(click icons to add content)</a:t>
            </a:r>
            <a:endParaRPr lang="en-US" dirty="0"/>
          </a:p>
        </p:txBody>
      </p:sp>
    </p:spTree>
    <p:extLst>
      <p:ext uri="{BB962C8B-B14F-4D97-AF65-F5344CB8AC3E}">
        <p14:creationId xmlns:p14="http://schemas.microsoft.com/office/powerpoint/2010/main" val="1307221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915736"/>
            <a:ext cx="8229600" cy="812800"/>
          </a:xfrm>
        </p:spPr>
        <p:txBody>
          <a:bodyPr>
            <a:normAutofit/>
          </a:bodyPr>
          <a:lstStyle>
            <a:lvl1pPr algn="l">
              <a:defRPr sz="3200" b="1">
                <a:solidFill>
                  <a:schemeClr val="tx2"/>
                </a:solidFill>
              </a:defRPr>
            </a:lvl1pPr>
          </a:lstStyle>
          <a:p>
            <a:r>
              <a:rPr lang="en-GB" dirty="0"/>
              <a:t>Click to edit Master title style</a:t>
            </a:r>
            <a:endParaRPr lang="en-US" dirty="0"/>
          </a:p>
        </p:txBody>
      </p:sp>
      <p:sp>
        <p:nvSpPr>
          <p:cNvPr id="3" name="Content Placeholder 2"/>
          <p:cNvSpPr>
            <a:spLocks noGrp="1"/>
          </p:cNvSpPr>
          <p:nvPr>
            <p:ph sz="half" idx="1"/>
          </p:nvPr>
        </p:nvSpPr>
        <p:spPr>
          <a:xfrm>
            <a:off x="457200" y="1728536"/>
            <a:ext cx="4038600" cy="5053264"/>
          </a:xfrm>
        </p:spPr>
        <p:txBody>
          <a:bodyPr/>
          <a:lstStyle>
            <a:lvl1pPr marL="342900" indent="-342900">
              <a:buClrTx/>
              <a:buFont typeface="Arial"/>
              <a:buChar char="•"/>
              <a:defRPr sz="2400">
                <a:solidFill>
                  <a:schemeClr val="tx2"/>
                </a:solidFill>
              </a:defRPr>
            </a:lvl1pPr>
            <a:lvl2pPr marL="742950" indent="-285750">
              <a:buClrTx/>
              <a:buFont typeface="Arial"/>
              <a:buChar char="•"/>
              <a:defRPr sz="2000">
                <a:solidFill>
                  <a:schemeClr val="tx2"/>
                </a:solidFill>
              </a:defRPr>
            </a:lvl2pPr>
            <a:lvl3pPr marL="1143000" indent="-228600">
              <a:buClrTx/>
              <a:buFont typeface="Arial"/>
              <a:buChar char="•"/>
              <a:defRPr sz="1800">
                <a:solidFill>
                  <a:schemeClr val="tx2"/>
                </a:solidFill>
              </a:defRPr>
            </a:lvl3pPr>
            <a:lvl4pPr marL="1600200" indent="-228600">
              <a:buClrTx/>
              <a:buFont typeface="Arial"/>
              <a:buChar char="•"/>
              <a:defRPr sz="1600">
                <a:solidFill>
                  <a:schemeClr val="tx2"/>
                </a:solidFill>
              </a:defRPr>
            </a:lvl4pPr>
            <a:lvl5pPr marL="2057400" indent="-228600">
              <a:buClrTx/>
              <a:buFont typeface="Arial"/>
              <a:buChar char="•"/>
              <a:defRPr sz="1400">
                <a:solidFill>
                  <a:schemeClr val="tx2"/>
                </a:solidFill>
              </a:defRPr>
            </a:lvl5pPr>
            <a:lvl6pPr>
              <a:defRPr sz="1800"/>
            </a:lvl6pPr>
            <a:lvl7pPr>
              <a:defRPr sz="1800"/>
            </a:lvl7pPr>
            <a:lvl8pPr>
              <a:defRPr sz="1800"/>
            </a:lvl8pPr>
            <a:lvl9pPr>
              <a:defRPr sz="18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4648200" y="1728536"/>
            <a:ext cx="4038600" cy="5053264"/>
          </a:xfrm>
        </p:spPr>
        <p:txBody>
          <a:bodyPr/>
          <a:lstStyle>
            <a:lvl1pPr marL="342900" indent="-342900">
              <a:buClrTx/>
              <a:buFont typeface="Arial"/>
              <a:buChar char="•"/>
              <a:defRPr sz="2400">
                <a:solidFill>
                  <a:schemeClr val="tx2"/>
                </a:solidFill>
              </a:defRPr>
            </a:lvl1pPr>
            <a:lvl2pPr marL="742950" indent="-285750">
              <a:buClrTx/>
              <a:buFont typeface="Arial"/>
              <a:buChar char="•"/>
              <a:defRPr sz="2000">
                <a:solidFill>
                  <a:schemeClr val="tx2"/>
                </a:solidFill>
              </a:defRPr>
            </a:lvl2pPr>
            <a:lvl3pPr marL="1143000" indent="-228600">
              <a:buClrTx/>
              <a:buFont typeface="Arial"/>
              <a:buChar char="•"/>
              <a:defRPr sz="1800">
                <a:solidFill>
                  <a:schemeClr val="tx2"/>
                </a:solidFill>
              </a:defRPr>
            </a:lvl3pPr>
            <a:lvl4pPr marL="1600200" indent="-228600">
              <a:buClrTx/>
              <a:buFont typeface="Arial"/>
              <a:buChar char="•"/>
              <a:defRPr sz="1600">
                <a:solidFill>
                  <a:schemeClr val="tx2"/>
                </a:solidFill>
              </a:defRPr>
            </a:lvl4pPr>
            <a:lvl5pPr marL="2057400" indent="-228600">
              <a:buClrTx/>
              <a:buFont typeface="Arial"/>
              <a:buChar char="•"/>
              <a:defRPr sz="1400">
                <a:solidFill>
                  <a:schemeClr val="tx2"/>
                </a:solidFill>
              </a:defRPr>
            </a:lvl5pPr>
            <a:lvl6pPr>
              <a:defRPr sz="1800"/>
            </a:lvl6pPr>
            <a:lvl7pPr>
              <a:defRPr sz="1800"/>
            </a:lvl7pPr>
            <a:lvl8pPr>
              <a:defRPr sz="1800"/>
            </a:lvl8pPr>
            <a:lvl9pPr>
              <a:defRPr sz="18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061385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915736"/>
            <a:ext cx="8229600" cy="801640"/>
          </a:xfrm>
        </p:spPr>
        <p:txBody>
          <a:bodyPr>
            <a:noAutofit/>
          </a:bodyPr>
          <a:lstStyle>
            <a:lvl1pPr algn="l">
              <a:defRPr sz="3200" b="1">
                <a:solidFill>
                  <a:schemeClr val="tx2"/>
                </a:solidFill>
              </a:defRPr>
            </a:lvl1pPr>
          </a:lstStyle>
          <a:p>
            <a:r>
              <a:rPr lang="en-GB" dirty="0"/>
              <a:t>Click to edit Master title style</a:t>
            </a:r>
            <a:endParaRPr lang="en-US" dirty="0"/>
          </a:p>
        </p:txBody>
      </p:sp>
      <p:sp>
        <p:nvSpPr>
          <p:cNvPr id="11" name="Content Placeholder 10"/>
          <p:cNvSpPr>
            <a:spLocks noGrp="1"/>
          </p:cNvSpPr>
          <p:nvPr>
            <p:ph sz="quarter" idx="11" hasCustomPrompt="1"/>
          </p:nvPr>
        </p:nvSpPr>
        <p:spPr>
          <a:xfrm>
            <a:off x="457200" y="1717378"/>
            <a:ext cx="8229600" cy="5064423"/>
          </a:xfrm>
        </p:spPr>
        <p:txBody>
          <a:bodyPr anchor="ctr">
            <a:normAutofit/>
          </a:bodyPr>
          <a:lstStyle>
            <a:lvl1pPr marL="0" indent="0" algn="ctr">
              <a:buFontTx/>
              <a:buNone/>
              <a:defRPr sz="1800" baseline="0">
                <a:solidFill>
                  <a:schemeClr val="accent2"/>
                </a:solidFill>
              </a:defRPr>
            </a:lvl1pPr>
          </a:lstStyle>
          <a:p>
            <a:pPr lvl="0"/>
            <a:r>
              <a:rPr lang="en-GB" dirty="0"/>
              <a:t>(click icons to add content)</a:t>
            </a:r>
            <a:endParaRPr lang="en-US" dirty="0"/>
          </a:p>
        </p:txBody>
      </p:sp>
    </p:spTree>
    <p:extLst>
      <p:ext uri="{BB962C8B-B14F-4D97-AF65-F5344CB8AC3E}">
        <p14:creationId xmlns:p14="http://schemas.microsoft.com/office/powerpoint/2010/main" val="2405999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915736"/>
            <a:ext cx="8229600" cy="801640"/>
          </a:xfrm>
        </p:spPr>
        <p:txBody>
          <a:bodyPr>
            <a:noAutofit/>
          </a:bodyPr>
          <a:lstStyle>
            <a:lvl1pPr algn="l">
              <a:defRPr sz="3200" b="1">
                <a:solidFill>
                  <a:schemeClr val="tx2"/>
                </a:solidFill>
              </a:defRPr>
            </a:lvl1pPr>
          </a:lstStyle>
          <a:p>
            <a:r>
              <a:rPr lang="en-GB" dirty="0"/>
              <a:t>Click to edit Master title style</a:t>
            </a:r>
            <a:endParaRPr lang="en-US" dirty="0"/>
          </a:p>
        </p:txBody>
      </p:sp>
      <p:sp>
        <p:nvSpPr>
          <p:cNvPr id="11" name="Content Placeholder 10"/>
          <p:cNvSpPr>
            <a:spLocks noGrp="1"/>
          </p:cNvSpPr>
          <p:nvPr>
            <p:ph sz="quarter" idx="11" hasCustomPrompt="1"/>
          </p:nvPr>
        </p:nvSpPr>
        <p:spPr>
          <a:xfrm>
            <a:off x="457200" y="1717378"/>
            <a:ext cx="5754160" cy="5064423"/>
          </a:xfrm>
        </p:spPr>
        <p:txBody>
          <a:bodyPr anchor="ctr">
            <a:normAutofit/>
          </a:bodyPr>
          <a:lstStyle>
            <a:lvl1pPr marL="0" indent="0" algn="ctr">
              <a:buFontTx/>
              <a:buNone/>
              <a:defRPr sz="1800" baseline="0">
                <a:solidFill>
                  <a:schemeClr val="accent2"/>
                </a:solidFill>
              </a:defRPr>
            </a:lvl1pPr>
          </a:lstStyle>
          <a:p>
            <a:pPr lvl="0"/>
            <a:r>
              <a:rPr lang="en-GB" dirty="0"/>
              <a:t>(click icons to add content)</a:t>
            </a:r>
            <a:endParaRPr lang="en-US" dirty="0"/>
          </a:p>
        </p:txBody>
      </p:sp>
      <p:sp>
        <p:nvSpPr>
          <p:cNvPr id="8" name="Content Placeholder 10"/>
          <p:cNvSpPr>
            <a:spLocks noGrp="1"/>
          </p:cNvSpPr>
          <p:nvPr>
            <p:ph sz="quarter" idx="12" hasCustomPrompt="1"/>
          </p:nvPr>
        </p:nvSpPr>
        <p:spPr>
          <a:xfrm>
            <a:off x="6301642" y="1717377"/>
            <a:ext cx="2385159" cy="2568217"/>
          </a:xfrm>
        </p:spPr>
        <p:txBody>
          <a:bodyPr anchor="ctr">
            <a:normAutofit/>
          </a:bodyPr>
          <a:lstStyle>
            <a:lvl1pPr marL="0" indent="0" algn="ctr">
              <a:buFontTx/>
              <a:buNone/>
              <a:defRPr sz="1800" baseline="0">
                <a:solidFill>
                  <a:schemeClr val="accent2"/>
                </a:solidFill>
              </a:defRPr>
            </a:lvl1pPr>
          </a:lstStyle>
          <a:p>
            <a:pPr lvl="0"/>
            <a:r>
              <a:rPr lang="en-GB" dirty="0"/>
              <a:t>(click icons to add content)</a:t>
            </a:r>
            <a:endParaRPr lang="en-US" dirty="0"/>
          </a:p>
        </p:txBody>
      </p:sp>
      <p:sp>
        <p:nvSpPr>
          <p:cNvPr id="9" name="Content Placeholder 10"/>
          <p:cNvSpPr>
            <a:spLocks noGrp="1"/>
          </p:cNvSpPr>
          <p:nvPr>
            <p:ph sz="quarter" idx="13" hasCustomPrompt="1"/>
          </p:nvPr>
        </p:nvSpPr>
        <p:spPr>
          <a:xfrm>
            <a:off x="6301642" y="4363840"/>
            <a:ext cx="2385159" cy="2417960"/>
          </a:xfrm>
        </p:spPr>
        <p:txBody>
          <a:bodyPr anchor="ctr">
            <a:normAutofit/>
          </a:bodyPr>
          <a:lstStyle>
            <a:lvl1pPr marL="0" indent="0" algn="ctr">
              <a:buFontTx/>
              <a:buNone/>
              <a:defRPr sz="1800" baseline="0">
                <a:solidFill>
                  <a:schemeClr val="accent2"/>
                </a:solidFill>
              </a:defRPr>
            </a:lvl1pPr>
          </a:lstStyle>
          <a:p>
            <a:pPr lvl="0"/>
            <a:r>
              <a:rPr lang="en-GB" dirty="0"/>
              <a:t>(click icons to add content)</a:t>
            </a:r>
            <a:endParaRPr lang="en-US" dirty="0"/>
          </a:p>
        </p:txBody>
      </p:sp>
    </p:spTree>
    <p:extLst>
      <p:ext uri="{BB962C8B-B14F-4D97-AF65-F5344CB8AC3E}">
        <p14:creationId xmlns:p14="http://schemas.microsoft.com/office/powerpoint/2010/main" val="3494289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665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s_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722313" y="5985491"/>
            <a:ext cx="7772400" cy="362531"/>
          </a:xfrm>
        </p:spPr>
        <p:txBody>
          <a:bodyPr anchor="t">
            <a:normAutofit/>
          </a:bodyPr>
          <a:lstStyle>
            <a:lvl1pPr marL="0" indent="0" algn="ctr">
              <a:lnSpc>
                <a:spcPct val="80000"/>
              </a:lnSpc>
              <a:buNone/>
              <a:defRPr sz="2000" spc="0" baseline="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dirty="0"/>
              <a:t>Inspiring Winners since 1909</a:t>
            </a:r>
          </a:p>
        </p:txBody>
      </p:sp>
      <p:sp>
        <p:nvSpPr>
          <p:cNvPr id="6" name="Text Placeholder 2"/>
          <p:cNvSpPr>
            <a:spLocks noGrp="1"/>
          </p:cNvSpPr>
          <p:nvPr>
            <p:ph type="body" idx="10" hasCustomPrompt="1"/>
          </p:nvPr>
        </p:nvSpPr>
        <p:spPr>
          <a:xfrm>
            <a:off x="722313" y="1502547"/>
            <a:ext cx="7772400" cy="2286443"/>
          </a:xfrm>
        </p:spPr>
        <p:txBody>
          <a:bodyPr anchor="t">
            <a:noAutofit/>
          </a:bodyPr>
          <a:lstStyle>
            <a:lvl1pPr marL="0" indent="0" algn="ctr">
              <a:lnSpc>
                <a:spcPct val="80000"/>
              </a:lnSpc>
              <a:buNone/>
              <a:defRPr sz="3600" b="1" spc="0" baseline="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dirty="0"/>
              <a:t>Thank you!</a:t>
            </a:r>
          </a:p>
        </p:txBody>
      </p:sp>
      <p:pic>
        <p:nvPicPr>
          <p:cNvPr id="8" name="LU_A4_WHITE.png" descr="/Users/paulatki/Desktop/2015 LU Logos/PRINT/LU/png/For use on A4/LU_A4_WHITE.png"/>
          <p:cNvPicPr>
            <a:picLocks noChangeAspect="1"/>
          </p:cNvPicPr>
          <p:nvPr userDrawn="1"/>
        </p:nvPicPr>
        <p:blipFill>
          <a:blip r:embed="rId3" r:link="rId4">
            <a:extLst>
              <a:ext uri="{28A0092B-C50C-407E-A947-70E740481C1C}">
                <a14:useLocalDpi xmlns:a14="http://schemas.microsoft.com/office/drawing/2010/main" val="0"/>
              </a:ext>
            </a:extLst>
          </a:blip>
          <a:stretch>
            <a:fillRect/>
          </a:stretch>
        </p:blipFill>
        <p:spPr>
          <a:xfrm>
            <a:off x="3203445" y="4846973"/>
            <a:ext cx="2737110" cy="987554"/>
          </a:xfrm>
          <a:prstGeom prst="rect">
            <a:avLst/>
          </a:prstGeom>
        </p:spPr>
      </p:pic>
    </p:spTree>
    <p:extLst>
      <p:ext uri="{BB962C8B-B14F-4D97-AF65-F5344CB8AC3E}">
        <p14:creationId xmlns:p14="http://schemas.microsoft.com/office/powerpoint/2010/main" val="98116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906379"/>
            <a:ext cx="8229600" cy="840120"/>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p:cNvSpPr>
            <a:spLocks noGrp="1"/>
          </p:cNvSpPr>
          <p:nvPr>
            <p:ph type="body" idx="1"/>
          </p:nvPr>
        </p:nvSpPr>
        <p:spPr>
          <a:xfrm>
            <a:off x="457200" y="1792705"/>
            <a:ext cx="8229600" cy="4525963"/>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2"/>
                </a:solidFill>
              </a:defRPr>
            </a:lvl1pPr>
          </a:lstStyle>
          <a:p>
            <a:fld id="{BBFEFA66-9419-2A49-A041-7C28C5AE4F17}" type="datetimeFigureOut">
              <a:rPr lang="en-US" smtClean="0"/>
              <a:pPr/>
              <a:t>2/16/2026</a:t>
            </a:fld>
            <a:endParaRPr lang="en-US" dirty="0"/>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dirty="0"/>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2"/>
                </a:solidFill>
              </a:defRPr>
            </a:lvl1pPr>
          </a:lstStyle>
          <a:p>
            <a:fld id="{4895BD5A-1FA1-9D44-B58D-C612997E6C69}" type="slidenum">
              <a:rPr lang="en-US" smtClean="0"/>
              <a:pPr/>
              <a:t>‹#›</a:t>
            </a:fld>
            <a:endParaRPr lang="en-US" dirty="0"/>
          </a:p>
        </p:txBody>
      </p:sp>
    </p:spTree>
    <p:extLst>
      <p:ext uri="{BB962C8B-B14F-4D97-AF65-F5344CB8AC3E}">
        <p14:creationId xmlns:p14="http://schemas.microsoft.com/office/powerpoint/2010/main" val="1735201174"/>
      </p:ext>
    </p:extLst>
  </p:cSld>
  <p:clrMap bg1="lt1" tx1="dk1" bg2="lt2" tx2="dk2" accent1="accent1" accent2="accent2" accent3="accent3" accent4="accent4" accent5="accent5" accent6="accent6" hlink="hlink" folHlink="folHlink"/>
  <p:sldLayoutIdLst>
    <p:sldLayoutId id="2147483663" r:id="rId1"/>
    <p:sldLayoutId id="2147483661" r:id="rId2"/>
    <p:sldLayoutId id="2147483662" r:id="rId3"/>
    <p:sldLayoutId id="2147483671" r:id="rId4"/>
    <p:sldLayoutId id="2147483664" r:id="rId5"/>
    <p:sldLayoutId id="2147483666" r:id="rId6"/>
    <p:sldLayoutId id="2147483670" r:id="rId7"/>
    <p:sldLayoutId id="2147483667" r:id="rId8"/>
    <p:sldLayoutId id="2147483673" r:id="rId9"/>
  </p:sldLayoutIdLst>
  <p:txStyles>
    <p:titleStyle>
      <a:lvl1pPr algn="l" defTabSz="457200" rtl="0" eaLnBrk="1" latinLnBrk="0" hangingPunct="1">
        <a:spcBef>
          <a:spcPct val="0"/>
        </a:spcBef>
        <a:buNone/>
        <a:defRPr sz="3600" b="1" kern="1200">
          <a:solidFill>
            <a:schemeClr val="tx2"/>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2"/>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2"/>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2"/>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2"/>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2"/>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www.aftonbladet.se/nojesbladet/a/M7Lv3r/legally-blonde-blir-musikal" TargetMode="External"/><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www.marketing-analitico.com/pddg/medios-sociales-en-el-marketing-de-contenidos/" TargetMode="External"/><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hyperlink" Target="https://creativecommons.org/licenses/by-nc-nd/3.0/" TargetMode="External"/><Relationship Id="rId4" Type="http://schemas.openxmlformats.org/officeDocument/2006/relationships/hyperlink" Target="https://www.covermesongs.com/2019/12/frozen-ii-covers-weezer-kacey-musgraves-panic-disco.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GB" b="0" dirty="0"/>
              <a:t>Intellectual Property</a:t>
            </a:r>
            <a:br>
              <a:rPr lang="en-GB" b="0" dirty="0"/>
            </a:br>
            <a:br>
              <a:rPr lang="en-GB" b="0" dirty="0"/>
            </a:br>
            <a:r>
              <a:rPr lang="en-GB" b="0"/>
              <a:t>(LECTURE)</a:t>
            </a:r>
            <a:endParaRPr lang="en-GB" b="0" dirty="0"/>
          </a:p>
        </p:txBody>
      </p:sp>
      <p:sp>
        <p:nvSpPr>
          <p:cNvPr id="6" name="Text Placeholder 5"/>
          <p:cNvSpPr>
            <a:spLocks noGrp="1"/>
          </p:cNvSpPr>
          <p:nvPr>
            <p:ph type="body" idx="1"/>
          </p:nvPr>
        </p:nvSpPr>
        <p:spPr/>
        <p:txBody>
          <a:bodyPr/>
          <a:lstStyle/>
          <a:p>
            <a:r>
              <a:rPr lang="en-US" dirty="0"/>
              <a:t>Andrew Peck</a:t>
            </a:r>
          </a:p>
        </p:txBody>
      </p:sp>
    </p:spTree>
    <p:extLst>
      <p:ext uri="{BB962C8B-B14F-4D97-AF65-F5344CB8AC3E}">
        <p14:creationId xmlns:p14="http://schemas.microsoft.com/office/powerpoint/2010/main" val="2191001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435F74-C580-6EA2-4178-61CEF9E27801}"/>
              </a:ext>
            </a:extLst>
          </p:cNvPr>
          <p:cNvSpPr>
            <a:spLocks noGrp="1"/>
          </p:cNvSpPr>
          <p:nvPr>
            <p:ph type="title"/>
          </p:nvPr>
        </p:nvSpPr>
        <p:spPr/>
        <p:txBody>
          <a:bodyPr/>
          <a:lstStyle/>
          <a:p>
            <a:r>
              <a:rPr lang="en-GB" dirty="0"/>
              <a:t>Reflections to Have</a:t>
            </a:r>
          </a:p>
        </p:txBody>
      </p:sp>
      <p:sp>
        <p:nvSpPr>
          <p:cNvPr id="5" name="Content Placeholder 4">
            <a:extLst>
              <a:ext uri="{FF2B5EF4-FFF2-40B4-BE49-F238E27FC236}">
                <a16:creationId xmlns:a16="http://schemas.microsoft.com/office/drawing/2014/main" id="{AEF9F18E-6125-C2AE-E363-09B18B16793F}"/>
              </a:ext>
            </a:extLst>
          </p:cNvPr>
          <p:cNvSpPr>
            <a:spLocks noGrp="1"/>
          </p:cNvSpPr>
          <p:nvPr>
            <p:ph idx="1"/>
          </p:nvPr>
        </p:nvSpPr>
        <p:spPr/>
        <p:txBody>
          <a:bodyPr/>
          <a:lstStyle/>
          <a:p>
            <a:r>
              <a:rPr lang="en-GB" dirty="0"/>
              <a:t>What level is this relevant to me?</a:t>
            </a:r>
          </a:p>
          <a:p>
            <a:pPr lvl="1"/>
            <a:endParaRPr lang="en-GB" dirty="0"/>
          </a:p>
          <a:p>
            <a:pPr lvl="1"/>
            <a:r>
              <a:rPr lang="en-GB" dirty="0"/>
              <a:t>As an individual consumer?</a:t>
            </a:r>
          </a:p>
          <a:p>
            <a:pPr lvl="1"/>
            <a:endParaRPr lang="en-GB" dirty="0"/>
          </a:p>
          <a:p>
            <a:pPr lvl="1"/>
            <a:r>
              <a:rPr lang="en-GB" dirty="0"/>
              <a:t>As an employee/technical creator</a:t>
            </a:r>
          </a:p>
          <a:p>
            <a:pPr lvl="1"/>
            <a:endParaRPr lang="en-GB" dirty="0"/>
          </a:p>
          <a:p>
            <a:pPr lvl="1"/>
            <a:r>
              <a:rPr lang="en-GB" dirty="0"/>
              <a:t>As a decision maker</a:t>
            </a:r>
          </a:p>
          <a:p>
            <a:pPr lvl="1"/>
            <a:endParaRPr lang="en-GB" dirty="0"/>
          </a:p>
          <a:p>
            <a:pPr lvl="1"/>
            <a:r>
              <a:rPr lang="en-GB" dirty="0"/>
              <a:t>As an investor/business owner</a:t>
            </a:r>
          </a:p>
          <a:p>
            <a:pPr lvl="1"/>
            <a:endParaRPr lang="en-GB" dirty="0"/>
          </a:p>
          <a:p>
            <a:pPr lvl="1"/>
            <a:r>
              <a:rPr lang="en-GB" dirty="0"/>
              <a:t>As government</a:t>
            </a:r>
          </a:p>
        </p:txBody>
      </p:sp>
    </p:spTree>
    <p:extLst>
      <p:ext uri="{BB962C8B-B14F-4D97-AF65-F5344CB8AC3E}">
        <p14:creationId xmlns:p14="http://schemas.microsoft.com/office/powerpoint/2010/main" val="4105505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26816-5907-2EBA-5B25-9A7329143F1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F7FBB59-74AF-43B5-5EC9-DA765F7D6307}"/>
              </a:ext>
            </a:extLst>
          </p:cNvPr>
          <p:cNvSpPr>
            <a:spLocks noGrp="1"/>
          </p:cNvSpPr>
          <p:nvPr>
            <p:ph type="title"/>
          </p:nvPr>
        </p:nvSpPr>
        <p:spPr/>
        <p:txBody>
          <a:bodyPr/>
          <a:lstStyle/>
          <a:p>
            <a:r>
              <a:rPr lang="en-GB" dirty="0"/>
              <a:t>Objectives</a:t>
            </a:r>
          </a:p>
        </p:txBody>
      </p:sp>
      <p:sp>
        <p:nvSpPr>
          <p:cNvPr id="5" name="Content Placeholder 4">
            <a:extLst>
              <a:ext uri="{FF2B5EF4-FFF2-40B4-BE49-F238E27FC236}">
                <a16:creationId xmlns:a16="http://schemas.microsoft.com/office/drawing/2014/main" id="{DB2A0094-D950-06AA-0E55-8D0E2851482D}"/>
              </a:ext>
            </a:extLst>
          </p:cNvPr>
          <p:cNvSpPr>
            <a:spLocks noGrp="1"/>
          </p:cNvSpPr>
          <p:nvPr>
            <p:ph idx="1"/>
          </p:nvPr>
        </p:nvSpPr>
        <p:spPr/>
        <p:txBody>
          <a:bodyPr/>
          <a:lstStyle/>
          <a:p>
            <a:pPr marL="0" indent="0">
              <a:buNone/>
            </a:pPr>
            <a:r>
              <a:rPr lang="en-GB" dirty="0"/>
              <a:t>By the end you should understand:</a:t>
            </a:r>
          </a:p>
          <a:p>
            <a:pPr marL="0" indent="0">
              <a:buNone/>
            </a:pPr>
            <a:endParaRPr lang="en-GB" dirty="0"/>
          </a:p>
          <a:p>
            <a:pPr marL="0" indent="0">
              <a:buNone/>
            </a:pPr>
            <a:endParaRPr lang="en-GB" dirty="0"/>
          </a:p>
          <a:p>
            <a:r>
              <a:rPr lang="en-GB" dirty="0"/>
              <a:t>What is IP</a:t>
            </a:r>
          </a:p>
          <a:p>
            <a:r>
              <a:rPr lang="en-GB" dirty="0"/>
              <a:t>UK Institutional Landscape</a:t>
            </a:r>
          </a:p>
          <a:p>
            <a:pPr lvl="1"/>
            <a:r>
              <a:rPr lang="en-GB" dirty="0"/>
              <a:t>Role of UK IPO</a:t>
            </a:r>
          </a:p>
          <a:p>
            <a:pPr lvl="1"/>
            <a:r>
              <a:rPr lang="en-GB" dirty="0"/>
              <a:t>Courts</a:t>
            </a:r>
          </a:p>
          <a:p>
            <a:r>
              <a:rPr lang="en-GB" dirty="0"/>
              <a:t>International and Technological Contemporary context</a:t>
            </a:r>
          </a:p>
        </p:txBody>
      </p:sp>
    </p:spTree>
    <p:extLst>
      <p:ext uri="{BB962C8B-B14F-4D97-AF65-F5344CB8AC3E}">
        <p14:creationId xmlns:p14="http://schemas.microsoft.com/office/powerpoint/2010/main" val="2908985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31EB1-D256-3E42-28F5-0D4FDAC195E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08A5F4D-78FA-7085-0FBB-A87A14B8C7CA}"/>
              </a:ext>
            </a:extLst>
          </p:cNvPr>
          <p:cNvSpPr>
            <a:spLocks noGrp="1"/>
          </p:cNvSpPr>
          <p:nvPr>
            <p:ph type="title"/>
          </p:nvPr>
        </p:nvSpPr>
        <p:spPr/>
        <p:txBody>
          <a:bodyPr/>
          <a:lstStyle/>
          <a:p>
            <a:r>
              <a:rPr lang="en-GB" dirty="0"/>
              <a:t>Not in today’s lecture</a:t>
            </a:r>
          </a:p>
        </p:txBody>
      </p:sp>
      <p:sp>
        <p:nvSpPr>
          <p:cNvPr id="5" name="Content Placeholder 4">
            <a:extLst>
              <a:ext uri="{FF2B5EF4-FFF2-40B4-BE49-F238E27FC236}">
                <a16:creationId xmlns:a16="http://schemas.microsoft.com/office/drawing/2014/main" id="{C2DDBFB7-C3C0-328C-ADE9-57ECF4981FC5}"/>
              </a:ext>
            </a:extLst>
          </p:cNvPr>
          <p:cNvSpPr>
            <a:spLocks noGrp="1"/>
          </p:cNvSpPr>
          <p:nvPr>
            <p:ph idx="1"/>
          </p:nvPr>
        </p:nvSpPr>
        <p:spPr/>
        <p:txBody>
          <a:bodyPr/>
          <a:lstStyle/>
          <a:p>
            <a:pPr marL="0" indent="0">
              <a:buNone/>
            </a:pPr>
            <a:r>
              <a:rPr lang="en-GB" dirty="0"/>
              <a:t>International regimes (but they matter to global digital ecosystems)</a:t>
            </a:r>
          </a:p>
          <a:p>
            <a:pPr marL="0" indent="0">
              <a:buNone/>
            </a:pPr>
            <a:endParaRPr lang="en-GB" dirty="0"/>
          </a:p>
          <a:p>
            <a:pPr marL="0" indent="0">
              <a:buNone/>
            </a:pPr>
            <a:r>
              <a:rPr lang="en-GB" dirty="0"/>
              <a:t>Non-UK legal traditions/ways of </a:t>
            </a:r>
            <a:br>
              <a:rPr lang="en-GB" dirty="0"/>
            </a:br>
            <a:r>
              <a:rPr lang="en-GB" dirty="0"/>
              <a:t>working</a:t>
            </a:r>
          </a:p>
          <a:p>
            <a:pPr marL="0" indent="0">
              <a:buNone/>
            </a:pPr>
            <a:endParaRPr lang="en-GB" dirty="0"/>
          </a:p>
          <a:p>
            <a:pPr marL="0" indent="0">
              <a:buNone/>
            </a:pPr>
            <a:endParaRPr lang="en-GB" dirty="0"/>
          </a:p>
          <a:p>
            <a:pPr marL="0" indent="0">
              <a:buNone/>
            </a:pPr>
            <a:r>
              <a:rPr lang="en-GB" dirty="0"/>
              <a:t>… your favourite episode of Suits/</a:t>
            </a:r>
            <a:br>
              <a:rPr lang="en-GB" dirty="0"/>
            </a:br>
            <a:r>
              <a:rPr lang="en-GB" dirty="0"/>
              <a:t>Legally Blonde</a:t>
            </a:r>
          </a:p>
        </p:txBody>
      </p:sp>
      <p:pic>
        <p:nvPicPr>
          <p:cNvPr id="3" name="Picture 2">
            <a:extLst>
              <a:ext uri="{FF2B5EF4-FFF2-40B4-BE49-F238E27FC236}">
                <a16:creationId xmlns:a16="http://schemas.microsoft.com/office/drawing/2014/main" id="{D7E55FF9-2D4E-47EE-5228-D0E8D9D9A3A5}"/>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5872941" y="2680854"/>
            <a:ext cx="3125586" cy="3906982"/>
          </a:xfrm>
          <a:prstGeom prst="rect">
            <a:avLst/>
          </a:prstGeom>
        </p:spPr>
      </p:pic>
    </p:spTree>
    <p:extLst>
      <p:ext uri="{BB962C8B-B14F-4D97-AF65-F5344CB8AC3E}">
        <p14:creationId xmlns:p14="http://schemas.microsoft.com/office/powerpoint/2010/main" val="39507271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5104B-276A-0413-320C-B80CD64A5BB0}"/>
              </a:ext>
            </a:extLst>
          </p:cNvPr>
          <p:cNvSpPr>
            <a:spLocks noGrp="1"/>
          </p:cNvSpPr>
          <p:nvPr>
            <p:ph type="title"/>
          </p:nvPr>
        </p:nvSpPr>
        <p:spPr/>
        <p:txBody>
          <a:bodyPr/>
          <a:lstStyle/>
          <a:p>
            <a:r>
              <a:rPr lang="en-GB" dirty="0"/>
              <a:t>What is IP?</a:t>
            </a:r>
          </a:p>
        </p:txBody>
      </p:sp>
      <p:sp>
        <p:nvSpPr>
          <p:cNvPr id="4" name="Rectangle 1">
            <a:extLst>
              <a:ext uri="{FF2B5EF4-FFF2-40B4-BE49-F238E27FC236}">
                <a16:creationId xmlns:a16="http://schemas.microsoft.com/office/drawing/2014/main" id="{F5558645-25CC-DD1D-9FFC-FEF4703D25B1}"/>
              </a:ext>
            </a:extLst>
          </p:cNvPr>
          <p:cNvSpPr>
            <a:spLocks noGrp="1" noChangeArrowheads="1"/>
          </p:cNvSpPr>
          <p:nvPr>
            <p:ph idx="1"/>
          </p:nvPr>
        </p:nvSpPr>
        <p:spPr bwMode="auto">
          <a:xfrm>
            <a:off x="457201" y="1995022"/>
            <a:ext cx="759511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spcBef>
                <a:spcPct val="0"/>
              </a:spcBef>
              <a:spcAft>
                <a:spcPct val="0"/>
              </a:spcAft>
              <a:buNone/>
            </a:pPr>
            <a:r>
              <a:rPr lang="en-GB" sz="1800" dirty="0">
                <a:solidFill>
                  <a:schemeClr val="tx1"/>
                </a:solidFill>
                <a:latin typeface="Arial" panose="020B0604020202020204" pitchFamily="34" charset="0"/>
              </a:rPr>
              <a:t>Intellectual property is something that you create using your mind - for example, a story, an invention, an artistic work or a symbol. </a:t>
            </a:r>
            <a:br>
              <a:rPr lang="en-GB" sz="1800" dirty="0">
                <a:solidFill>
                  <a:schemeClr val="tx1"/>
                </a:solidFill>
                <a:latin typeface="Arial" panose="020B0604020202020204" pitchFamily="34" charset="0"/>
              </a:rPr>
            </a:br>
            <a:r>
              <a:rPr lang="en-GB" sz="1800" i="1" dirty="0">
                <a:solidFill>
                  <a:schemeClr val="tx1"/>
                </a:solidFill>
                <a:latin typeface="Arial" panose="020B0604020202020204" pitchFamily="34" charset="0"/>
              </a:rPr>
              <a:t>(UK IPO)</a:t>
            </a:r>
            <a:endParaRPr lang="en-US" altLang="en-US" sz="1800" i="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dirty="0">
              <a:solidFill>
                <a:schemeClr val="tx1"/>
              </a:solidFill>
              <a:latin typeface="Arial" panose="020B0604020202020204" pitchFamily="34" charset="0"/>
            </a:endParaRPr>
          </a:p>
          <a:p>
            <a:pPr marL="0" lvl="0" indent="0" defTabSz="914400" eaLnBrk="0" fontAlgn="base" hangingPunct="0">
              <a:spcBef>
                <a:spcPct val="0"/>
              </a:spcBef>
              <a:spcAft>
                <a:spcPct val="0"/>
              </a:spcAft>
              <a:buNone/>
            </a:pPr>
            <a:r>
              <a:rPr lang="en-GB" sz="1800" dirty="0">
                <a:solidFill>
                  <a:schemeClr val="tx1"/>
                </a:solidFill>
                <a:latin typeface="Arial" panose="020B0604020202020204" pitchFamily="34" charset="0"/>
              </a:rPr>
              <a:t>intellectual property rights are rule governed privileges that regulate the ownership and exploitation of abstract objects in many fields of human activity </a:t>
            </a:r>
          </a:p>
          <a:p>
            <a:pPr marL="0" lvl="0" indent="0" defTabSz="914400" eaLnBrk="0" fontAlgn="base" hangingPunct="0">
              <a:spcBef>
                <a:spcPct val="0"/>
              </a:spcBef>
              <a:spcAft>
                <a:spcPct val="0"/>
              </a:spcAft>
              <a:buNone/>
            </a:pPr>
            <a:r>
              <a:rPr lang="en-GB" sz="1800" i="1" dirty="0">
                <a:solidFill>
                  <a:schemeClr val="tx1"/>
                </a:solidFill>
                <a:latin typeface="Arial" panose="020B0604020202020204" pitchFamily="34" charset="0"/>
              </a:rPr>
              <a:t>(Drahos, 2016)</a:t>
            </a:r>
            <a:endParaRPr lang="en-US" altLang="en-US" sz="1800" i="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solidFill>
                  <a:schemeClr val="tx1"/>
                </a:solidFill>
                <a:latin typeface="Arial" panose="020B0604020202020204" pitchFamily="34" charset="0"/>
              </a:rPr>
              <a:t>MSc Level understanding:</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solidFill>
                  <a:schemeClr val="tx1"/>
                </a:solidFill>
                <a:latin typeface="Arial" panose="020B0604020202020204" pitchFamily="34" charset="0"/>
              </a:rPr>
              <a:t>An </a:t>
            </a:r>
            <a:r>
              <a:rPr lang="en-US" altLang="en-US" sz="1800" b="1" dirty="0">
                <a:solidFill>
                  <a:schemeClr val="tx1"/>
                </a:solidFill>
                <a:latin typeface="Arial" panose="020B0604020202020204" pitchFamily="34" charset="0"/>
              </a:rPr>
              <a:t>innovation control mechanism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a:t>
            </a:r>
            <a:r>
              <a:rPr kumimoji="0" lang="en-US" altLang="en-US" sz="1800" b="1" i="0" u="none" strike="noStrike" cap="none" normalizeH="0" baseline="0" dirty="0" err="1">
                <a:ln>
                  <a:noFill/>
                </a:ln>
                <a:solidFill>
                  <a:schemeClr val="tx1"/>
                </a:solidFill>
                <a:effectLst/>
                <a:latin typeface="Arial" panose="020B0604020202020204" pitchFamily="34" charset="0"/>
              </a:rPr>
              <a:t>commercialisation</a:t>
            </a:r>
            <a:r>
              <a:rPr kumimoji="0" lang="en-US" altLang="en-US" sz="1800" b="1" i="0" u="none" strike="noStrike" cap="none" normalizeH="0" baseline="0" dirty="0">
                <a:ln>
                  <a:noFill/>
                </a:ln>
                <a:solidFill>
                  <a:schemeClr val="tx1"/>
                </a:solidFill>
                <a:effectLst/>
                <a:latin typeface="Arial" panose="020B0604020202020204" pitchFamily="34" charset="0"/>
              </a:rPr>
              <a:t> lever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indent="0" defTabSz="914400" eaLnBrk="0" fontAlgn="base" hangingPunct="0">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A </a:t>
            </a:r>
            <a:r>
              <a:rPr kumimoji="0" lang="en-US" altLang="en-US" sz="1800" b="1" i="0" u="none" strike="noStrike" cap="none" normalizeH="0" baseline="0" dirty="0">
                <a:ln>
                  <a:noFill/>
                </a:ln>
                <a:solidFill>
                  <a:schemeClr val="tx1"/>
                </a:solidFill>
                <a:effectLst/>
                <a:latin typeface="Arial" panose="020B0604020202020204" pitchFamily="34" charset="0"/>
              </a:rPr>
              <a:t>governance tool in digital ecosystems</a:t>
            </a:r>
            <a:endParaRPr lang="en-US" altLang="en-US" sz="1800" b="1" dirty="0">
              <a:solidFill>
                <a:schemeClr val="tx1"/>
              </a:solidFill>
              <a:latin typeface="Arial" panose="020B0604020202020204" pitchFamily="34" charset="0"/>
            </a:endParaRPr>
          </a:p>
          <a:p>
            <a:pPr marL="0" indent="0" defTabSz="914400" eaLnBrk="0" fontAlgn="base" hangingPunct="0">
              <a:spcBef>
                <a:spcPct val="0"/>
              </a:spcBef>
              <a:spcAft>
                <a:spcPct val="0"/>
              </a:spcAft>
              <a:buFontTx/>
              <a:buChar char="•"/>
            </a:pPr>
            <a:r>
              <a:rPr lang="en-US" altLang="en-US" sz="1800" dirty="0">
                <a:solidFill>
                  <a:schemeClr val="tx1"/>
                </a:solidFill>
                <a:latin typeface="Arial" panose="020B0604020202020204" pitchFamily="34" charset="0"/>
              </a:rPr>
              <a:t>A </a:t>
            </a:r>
            <a:r>
              <a:rPr lang="en-US" altLang="en-US" sz="1800" b="1" dirty="0">
                <a:solidFill>
                  <a:schemeClr val="tx1"/>
                </a:solidFill>
                <a:latin typeface="Arial" panose="020B0604020202020204" pitchFamily="34" charset="0"/>
              </a:rPr>
              <a:t>risk surface in cyber systems</a:t>
            </a: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01210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animEffect transition="in" filter="barn(inVertical)">
                                      <p:cBhvr>
                                        <p:cTn id="7" dur="500"/>
                                        <p:tgtEl>
                                          <p:spTgt spid="4">
                                            <p:txEl>
                                              <p:pRg st="5" end="5"/>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4">
                                            <p:txEl>
                                              <p:pRg st="7" end="7"/>
                                            </p:txEl>
                                          </p:spTgt>
                                        </p:tgtEl>
                                        <p:attrNameLst>
                                          <p:attrName>style.visibility</p:attrName>
                                        </p:attrNameLst>
                                      </p:cBhvr>
                                      <p:to>
                                        <p:strVal val="visible"/>
                                      </p:to>
                                    </p:set>
                                    <p:animEffect transition="in" filter="barn(inVertical)">
                                      <p:cBhvr>
                                        <p:cTn id="10" dur="500"/>
                                        <p:tgtEl>
                                          <p:spTgt spid="4">
                                            <p:txEl>
                                              <p:pRg st="7" end="7"/>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4">
                                            <p:txEl>
                                              <p:pRg st="8" end="8"/>
                                            </p:txEl>
                                          </p:spTgt>
                                        </p:tgtEl>
                                        <p:attrNameLst>
                                          <p:attrName>style.visibility</p:attrName>
                                        </p:attrNameLst>
                                      </p:cBhvr>
                                      <p:to>
                                        <p:strVal val="visible"/>
                                      </p:to>
                                    </p:set>
                                    <p:animEffect transition="in" filter="barn(inVertical)">
                                      <p:cBhvr>
                                        <p:cTn id="13" dur="500"/>
                                        <p:tgtEl>
                                          <p:spTgt spid="4">
                                            <p:txEl>
                                              <p:pRg st="8" end="8"/>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4">
                                            <p:txEl>
                                              <p:pRg st="9" end="9"/>
                                            </p:txEl>
                                          </p:spTgt>
                                        </p:tgtEl>
                                        <p:attrNameLst>
                                          <p:attrName>style.visibility</p:attrName>
                                        </p:attrNameLst>
                                      </p:cBhvr>
                                      <p:to>
                                        <p:strVal val="visible"/>
                                      </p:to>
                                    </p:set>
                                    <p:animEffect transition="in" filter="barn(inVertical)">
                                      <p:cBhvr>
                                        <p:cTn id="16" dur="500"/>
                                        <p:tgtEl>
                                          <p:spTgt spid="4">
                                            <p:txEl>
                                              <p:pRg st="9" end="9"/>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4">
                                            <p:txEl>
                                              <p:pRg st="10" end="10"/>
                                            </p:txEl>
                                          </p:spTgt>
                                        </p:tgtEl>
                                        <p:attrNameLst>
                                          <p:attrName>style.visibility</p:attrName>
                                        </p:attrNameLst>
                                      </p:cBhvr>
                                      <p:to>
                                        <p:strVal val="visible"/>
                                      </p:to>
                                    </p:set>
                                    <p:animEffect transition="in" filter="barn(inVertical)">
                                      <p:cBhvr>
                                        <p:cTn id="19"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7C162-E013-A0B0-0496-D597A22914AC}"/>
              </a:ext>
            </a:extLst>
          </p:cNvPr>
          <p:cNvSpPr>
            <a:spLocks noGrp="1"/>
          </p:cNvSpPr>
          <p:nvPr>
            <p:ph type="title"/>
          </p:nvPr>
        </p:nvSpPr>
        <p:spPr/>
        <p:txBody>
          <a:bodyPr/>
          <a:lstStyle/>
          <a:p>
            <a:r>
              <a:rPr lang="en-GB" dirty="0"/>
              <a:t>Foundations (why we’re told it matters)</a:t>
            </a:r>
          </a:p>
        </p:txBody>
      </p:sp>
      <p:sp>
        <p:nvSpPr>
          <p:cNvPr id="3" name="Content Placeholder 2">
            <a:extLst>
              <a:ext uri="{FF2B5EF4-FFF2-40B4-BE49-F238E27FC236}">
                <a16:creationId xmlns:a16="http://schemas.microsoft.com/office/drawing/2014/main" id="{C393D831-D1B4-D69D-DD8B-56F9FC73BAF0}"/>
              </a:ext>
            </a:extLst>
          </p:cNvPr>
          <p:cNvSpPr>
            <a:spLocks noGrp="1"/>
          </p:cNvSpPr>
          <p:nvPr>
            <p:ph idx="1"/>
          </p:nvPr>
        </p:nvSpPr>
        <p:spPr/>
        <p:txBody>
          <a:bodyPr/>
          <a:lstStyle/>
          <a:p>
            <a:r>
              <a:rPr lang="en-GB" dirty="0"/>
              <a:t>Incentives</a:t>
            </a:r>
          </a:p>
          <a:p>
            <a:endParaRPr lang="en-GB" dirty="0"/>
          </a:p>
          <a:p>
            <a:endParaRPr lang="en-GB" dirty="0"/>
          </a:p>
          <a:p>
            <a:r>
              <a:rPr lang="en-GB" dirty="0"/>
              <a:t>Natural Rights </a:t>
            </a:r>
          </a:p>
          <a:p>
            <a:endParaRPr lang="en-GB" dirty="0"/>
          </a:p>
          <a:p>
            <a:endParaRPr lang="en-GB" dirty="0"/>
          </a:p>
          <a:p>
            <a:endParaRPr lang="en-GB" dirty="0"/>
          </a:p>
          <a:p>
            <a:r>
              <a:rPr lang="en-GB" dirty="0"/>
              <a:t>Utilitarian Balance</a:t>
            </a:r>
          </a:p>
          <a:p>
            <a:endParaRPr lang="en-GB" dirty="0"/>
          </a:p>
          <a:p>
            <a:endParaRPr lang="en-GB" dirty="0"/>
          </a:p>
          <a:p>
            <a:r>
              <a:rPr lang="en-GB" dirty="0"/>
              <a:t>Market Signalling </a:t>
            </a:r>
          </a:p>
        </p:txBody>
      </p:sp>
    </p:spTree>
    <p:extLst>
      <p:ext uri="{BB962C8B-B14F-4D97-AF65-F5344CB8AC3E}">
        <p14:creationId xmlns:p14="http://schemas.microsoft.com/office/powerpoint/2010/main" val="188625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DA119-7286-BFCE-3D69-9006F98C9E17}"/>
              </a:ext>
            </a:extLst>
          </p:cNvPr>
          <p:cNvSpPr>
            <a:spLocks noGrp="1"/>
          </p:cNvSpPr>
          <p:nvPr>
            <p:ph type="title"/>
          </p:nvPr>
        </p:nvSpPr>
        <p:spPr/>
        <p:txBody>
          <a:bodyPr/>
          <a:lstStyle/>
          <a:p>
            <a:r>
              <a:rPr lang="en-GB" dirty="0"/>
              <a:t>Critiques</a:t>
            </a:r>
          </a:p>
        </p:txBody>
      </p:sp>
      <p:sp>
        <p:nvSpPr>
          <p:cNvPr id="3" name="Content Placeholder 2">
            <a:extLst>
              <a:ext uri="{FF2B5EF4-FFF2-40B4-BE49-F238E27FC236}">
                <a16:creationId xmlns:a16="http://schemas.microsoft.com/office/drawing/2014/main" id="{201A7788-195F-9756-B6EF-A50E0B35A2C2}"/>
              </a:ext>
            </a:extLst>
          </p:cNvPr>
          <p:cNvSpPr>
            <a:spLocks noGrp="1"/>
          </p:cNvSpPr>
          <p:nvPr>
            <p:ph idx="1"/>
          </p:nvPr>
        </p:nvSpPr>
        <p:spPr/>
        <p:txBody>
          <a:bodyPr/>
          <a:lstStyle/>
          <a:p>
            <a:pPr marL="0" indent="0">
              <a:buNone/>
            </a:pPr>
            <a:endParaRPr lang="en-GB" dirty="0"/>
          </a:p>
          <a:p>
            <a:pPr marL="0" indent="0">
              <a:buNone/>
            </a:pPr>
            <a:r>
              <a:rPr lang="en-GB" dirty="0"/>
              <a:t>1 minute: What downsides of IP protection can you think of?</a:t>
            </a:r>
          </a:p>
          <a:p>
            <a:endParaRPr lang="en-GB" dirty="0"/>
          </a:p>
          <a:p>
            <a:r>
              <a:rPr lang="en-GB" dirty="0"/>
              <a:t>Over-</a:t>
            </a:r>
            <a:r>
              <a:rPr lang="en-GB" dirty="0" err="1"/>
              <a:t>propertisation</a:t>
            </a:r>
            <a:r>
              <a:rPr lang="en-GB" dirty="0"/>
              <a:t> of knowledge</a:t>
            </a:r>
          </a:p>
          <a:p>
            <a:r>
              <a:rPr lang="en-GB" dirty="0"/>
              <a:t>Anti-commons problem</a:t>
            </a:r>
          </a:p>
          <a:p>
            <a:r>
              <a:rPr lang="en-GB" dirty="0"/>
              <a:t>Innovation chilling effects</a:t>
            </a:r>
          </a:p>
          <a:p>
            <a:r>
              <a:rPr lang="en-GB" dirty="0"/>
              <a:t>Platform capitalism tensions</a:t>
            </a:r>
          </a:p>
          <a:p>
            <a:endParaRPr lang="en-GB" dirty="0"/>
          </a:p>
        </p:txBody>
      </p:sp>
    </p:spTree>
    <p:extLst>
      <p:ext uri="{BB962C8B-B14F-4D97-AF65-F5344CB8AC3E}">
        <p14:creationId xmlns:p14="http://schemas.microsoft.com/office/powerpoint/2010/main" val="1531521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arn(inVertical)">
                                      <p:cBhvr>
                                        <p:cTn id="7" dur="500"/>
                                        <p:tgtEl>
                                          <p:spTgt spid="3">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arn(inVertical)">
                                      <p:cBhvr>
                                        <p:cTn id="10" dur="500"/>
                                        <p:tgtEl>
                                          <p:spTgt spid="3">
                                            <p:txEl>
                                              <p:pRg st="4" end="4"/>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arn(inVertical)">
                                      <p:cBhvr>
                                        <p:cTn id="13" dur="500"/>
                                        <p:tgtEl>
                                          <p:spTgt spid="3">
                                            <p:txEl>
                                              <p:pRg st="5" end="5"/>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barn(inVertical)">
                                      <p:cBhvr>
                                        <p:cTn id="1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5E48A-93C4-B126-F7A1-0904F3D1CA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0A565A-0076-EC62-158A-005EA814732D}"/>
              </a:ext>
            </a:extLst>
          </p:cNvPr>
          <p:cNvSpPr>
            <a:spLocks noGrp="1"/>
          </p:cNvSpPr>
          <p:nvPr>
            <p:ph type="title"/>
          </p:nvPr>
        </p:nvSpPr>
        <p:spPr/>
        <p:txBody>
          <a:bodyPr/>
          <a:lstStyle/>
          <a:p>
            <a:r>
              <a:rPr lang="en-GB" dirty="0"/>
              <a:t>When IP is given away?</a:t>
            </a:r>
          </a:p>
        </p:txBody>
      </p:sp>
      <p:sp>
        <p:nvSpPr>
          <p:cNvPr id="3" name="Content Placeholder 2">
            <a:extLst>
              <a:ext uri="{FF2B5EF4-FFF2-40B4-BE49-F238E27FC236}">
                <a16:creationId xmlns:a16="http://schemas.microsoft.com/office/drawing/2014/main" id="{308B07D6-DA3E-E9BD-B243-D826EFE1B021}"/>
              </a:ext>
            </a:extLst>
          </p:cNvPr>
          <p:cNvSpPr>
            <a:spLocks noGrp="1"/>
          </p:cNvSpPr>
          <p:nvPr>
            <p:ph idx="1"/>
          </p:nvPr>
        </p:nvSpPr>
        <p:spPr/>
        <p:txBody>
          <a:bodyPr/>
          <a:lstStyle/>
          <a:p>
            <a:endParaRPr lang="en-GB" dirty="0"/>
          </a:p>
          <a:p>
            <a:r>
              <a:rPr lang="en-GB" dirty="0"/>
              <a:t>Does/Should IP protection always take precedence?</a:t>
            </a:r>
          </a:p>
          <a:p>
            <a:endParaRPr lang="en-GB" dirty="0"/>
          </a:p>
          <a:p>
            <a:r>
              <a:rPr lang="en-GB" dirty="0"/>
              <a:t>What do Volvo and Ronald Reagan have in common?</a:t>
            </a:r>
          </a:p>
        </p:txBody>
      </p:sp>
      <p:pic>
        <p:nvPicPr>
          <p:cNvPr id="5" name="Picture 4">
            <a:extLst>
              <a:ext uri="{FF2B5EF4-FFF2-40B4-BE49-F238E27FC236}">
                <a16:creationId xmlns:a16="http://schemas.microsoft.com/office/drawing/2014/main" id="{3D0124B5-0584-4666-9096-8C594D7BE356}"/>
              </a:ext>
            </a:extLst>
          </p:cNvPr>
          <p:cNvPicPr>
            <a:picLocks noChangeAspect="1"/>
          </p:cNvPicPr>
          <p:nvPr/>
        </p:nvPicPr>
        <p:blipFill>
          <a:blip r:embed="rId3"/>
          <a:stretch>
            <a:fillRect/>
          </a:stretch>
        </p:blipFill>
        <p:spPr>
          <a:xfrm>
            <a:off x="6104175" y="3729747"/>
            <a:ext cx="2087638" cy="2958962"/>
          </a:xfrm>
          <a:prstGeom prst="rect">
            <a:avLst/>
          </a:prstGeom>
        </p:spPr>
      </p:pic>
      <p:pic>
        <p:nvPicPr>
          <p:cNvPr id="7" name="Picture 6">
            <a:extLst>
              <a:ext uri="{FF2B5EF4-FFF2-40B4-BE49-F238E27FC236}">
                <a16:creationId xmlns:a16="http://schemas.microsoft.com/office/drawing/2014/main" id="{E8251A58-B352-A843-AD55-18013ABB6D20}"/>
              </a:ext>
            </a:extLst>
          </p:cNvPr>
          <p:cNvPicPr>
            <a:picLocks noChangeAspect="1"/>
          </p:cNvPicPr>
          <p:nvPr/>
        </p:nvPicPr>
        <p:blipFill>
          <a:blip r:embed="rId4"/>
          <a:stretch>
            <a:fillRect/>
          </a:stretch>
        </p:blipFill>
        <p:spPr>
          <a:xfrm>
            <a:off x="491914" y="3729747"/>
            <a:ext cx="4323775" cy="2212517"/>
          </a:xfrm>
          <a:prstGeom prst="rect">
            <a:avLst/>
          </a:prstGeom>
        </p:spPr>
      </p:pic>
    </p:spTree>
    <p:extLst>
      <p:ext uri="{BB962C8B-B14F-4D97-AF65-F5344CB8AC3E}">
        <p14:creationId xmlns:p14="http://schemas.microsoft.com/office/powerpoint/2010/main" val="2873343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par>
                                <p:cTn id="8" presetID="16" presetClass="entr" presetSubtype="21"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inVertic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6213A8-BED8-B7CF-B569-D0C56CF8E5F8}"/>
              </a:ext>
            </a:extLst>
          </p:cNvPr>
          <p:cNvSpPr>
            <a:spLocks noGrp="1"/>
          </p:cNvSpPr>
          <p:nvPr>
            <p:ph type="title"/>
          </p:nvPr>
        </p:nvSpPr>
        <p:spPr/>
        <p:txBody>
          <a:bodyPr/>
          <a:lstStyle/>
          <a:p>
            <a:r>
              <a:rPr lang="en-GB" dirty="0"/>
              <a:t>4 pillars of IP Protection</a:t>
            </a:r>
          </a:p>
        </p:txBody>
      </p:sp>
    </p:spTree>
    <p:extLst>
      <p:ext uri="{BB962C8B-B14F-4D97-AF65-F5344CB8AC3E}">
        <p14:creationId xmlns:p14="http://schemas.microsoft.com/office/powerpoint/2010/main" val="3925314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61A09-37A6-44B4-1947-B862CE9858C7}"/>
              </a:ext>
            </a:extLst>
          </p:cNvPr>
          <p:cNvSpPr>
            <a:spLocks noGrp="1"/>
          </p:cNvSpPr>
          <p:nvPr>
            <p:ph type="title"/>
          </p:nvPr>
        </p:nvSpPr>
        <p:spPr/>
        <p:txBody>
          <a:bodyPr/>
          <a:lstStyle/>
          <a:p>
            <a:r>
              <a:rPr lang="en-GB" dirty="0"/>
              <a:t>Copyright</a:t>
            </a:r>
          </a:p>
        </p:txBody>
      </p:sp>
      <p:sp>
        <p:nvSpPr>
          <p:cNvPr id="3" name="Content Placeholder 2">
            <a:extLst>
              <a:ext uri="{FF2B5EF4-FFF2-40B4-BE49-F238E27FC236}">
                <a16:creationId xmlns:a16="http://schemas.microsoft.com/office/drawing/2014/main" id="{9DECB5DD-9F6F-1003-B43D-B9CFCD7004C5}"/>
              </a:ext>
            </a:extLst>
          </p:cNvPr>
          <p:cNvSpPr>
            <a:spLocks noGrp="1"/>
          </p:cNvSpPr>
          <p:nvPr>
            <p:ph idx="1"/>
          </p:nvPr>
        </p:nvSpPr>
        <p:spPr/>
        <p:txBody>
          <a:bodyPr>
            <a:normAutofit lnSpcReduction="10000"/>
          </a:bodyPr>
          <a:lstStyle/>
          <a:p>
            <a:pPr marL="0" indent="0">
              <a:buNone/>
            </a:pPr>
            <a:r>
              <a:rPr lang="en-GB" b="1" i="1" dirty="0"/>
              <a:t>Protecting creative works and originality</a:t>
            </a:r>
            <a:endParaRPr lang="en-GB" b="1" dirty="0"/>
          </a:p>
          <a:p>
            <a:pPr marL="0" indent="0">
              <a:buNone/>
            </a:pPr>
            <a:r>
              <a:rPr lang="en-GB" b="1" dirty="0"/>
              <a:t>Statutory basis</a:t>
            </a:r>
          </a:p>
          <a:p>
            <a:r>
              <a:rPr lang="en-GB" dirty="0"/>
              <a:t>Copyright, Designs and Patents Act 1988</a:t>
            </a:r>
          </a:p>
          <a:p>
            <a:pPr marL="0" indent="0">
              <a:buNone/>
            </a:pPr>
            <a:r>
              <a:rPr lang="en-GB" b="1" dirty="0"/>
              <a:t>Key doctrinal elements</a:t>
            </a:r>
          </a:p>
          <a:p>
            <a:r>
              <a:rPr lang="en-GB" b="1" dirty="0"/>
              <a:t>Originality (UK/EU standard)</a:t>
            </a:r>
            <a:endParaRPr lang="en-GB" dirty="0"/>
          </a:p>
          <a:p>
            <a:pPr lvl="1"/>
            <a:r>
              <a:rPr lang="en-GB" dirty="0"/>
              <a:t>Author’s own intellectual creation</a:t>
            </a:r>
          </a:p>
          <a:p>
            <a:pPr lvl="1"/>
            <a:r>
              <a:rPr lang="en-GB" dirty="0"/>
              <a:t>Low but meaningful threshold</a:t>
            </a:r>
          </a:p>
          <a:p>
            <a:r>
              <a:rPr lang="en-GB" b="1" dirty="0"/>
              <a:t>Fixation requirement</a:t>
            </a:r>
            <a:endParaRPr lang="en-GB" dirty="0"/>
          </a:p>
          <a:p>
            <a:r>
              <a:rPr lang="en-GB" b="1" dirty="0"/>
              <a:t>Economic vs moral rights</a:t>
            </a:r>
            <a:endParaRPr lang="en-GB" dirty="0"/>
          </a:p>
          <a:p>
            <a:r>
              <a:rPr lang="en-GB" b="1" dirty="0"/>
              <a:t>Subsistence in software</a:t>
            </a:r>
            <a:endParaRPr lang="en-GB" dirty="0"/>
          </a:p>
          <a:p>
            <a:pPr lvl="1"/>
            <a:r>
              <a:rPr lang="en-GB" dirty="0"/>
              <a:t>Source code vs object code</a:t>
            </a:r>
          </a:p>
          <a:p>
            <a:pPr lvl="1"/>
            <a:r>
              <a:rPr lang="en-GB" dirty="0"/>
              <a:t>Non-literal copying</a:t>
            </a:r>
          </a:p>
          <a:p>
            <a:pPr lvl="1"/>
            <a:r>
              <a:rPr lang="en-GB" dirty="0"/>
              <a:t>Structure, sequence, organisation</a:t>
            </a:r>
          </a:p>
          <a:p>
            <a:endParaRPr lang="en-GB" dirty="0"/>
          </a:p>
        </p:txBody>
      </p:sp>
    </p:spTree>
    <p:extLst>
      <p:ext uri="{BB962C8B-B14F-4D97-AF65-F5344CB8AC3E}">
        <p14:creationId xmlns:p14="http://schemas.microsoft.com/office/powerpoint/2010/main" val="1801458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12C53-33D6-CF2B-F781-D3C4D552906A}"/>
              </a:ext>
            </a:extLst>
          </p:cNvPr>
          <p:cNvSpPr>
            <a:spLocks noGrp="1"/>
          </p:cNvSpPr>
          <p:nvPr>
            <p:ph type="title"/>
          </p:nvPr>
        </p:nvSpPr>
        <p:spPr/>
        <p:txBody>
          <a:bodyPr/>
          <a:lstStyle/>
          <a:p>
            <a:r>
              <a:rPr lang="en-GB" dirty="0"/>
              <a:t>Key Case (Copyright)</a:t>
            </a:r>
          </a:p>
        </p:txBody>
      </p:sp>
      <p:sp>
        <p:nvSpPr>
          <p:cNvPr id="3" name="Content Placeholder 2">
            <a:extLst>
              <a:ext uri="{FF2B5EF4-FFF2-40B4-BE49-F238E27FC236}">
                <a16:creationId xmlns:a16="http://schemas.microsoft.com/office/drawing/2014/main" id="{E4C1B4D5-7673-0F2F-5906-9CA8F9E541B8}"/>
              </a:ext>
            </a:extLst>
          </p:cNvPr>
          <p:cNvSpPr>
            <a:spLocks noGrp="1"/>
          </p:cNvSpPr>
          <p:nvPr>
            <p:ph idx="1"/>
          </p:nvPr>
        </p:nvSpPr>
        <p:spPr>
          <a:xfrm>
            <a:off x="457200" y="1800725"/>
            <a:ext cx="8229600" cy="5057275"/>
          </a:xfrm>
        </p:spPr>
        <p:txBody>
          <a:bodyPr>
            <a:normAutofit fontScale="70000" lnSpcReduction="20000"/>
          </a:bodyPr>
          <a:lstStyle/>
          <a:p>
            <a:r>
              <a:rPr lang="en-GB" b="1" dirty="0"/>
              <a:t>Background</a:t>
            </a:r>
          </a:p>
          <a:p>
            <a:r>
              <a:rPr lang="en-GB" dirty="0"/>
              <a:t>The dispute arose when </a:t>
            </a:r>
            <a:r>
              <a:rPr lang="en-GB" dirty="0" err="1"/>
              <a:t>Infopaq</a:t>
            </a:r>
            <a:r>
              <a:rPr lang="en-GB" dirty="0"/>
              <a:t> International, a Danish media monitoring company, used automated scanning to create summaries of newspaper articles. The Danish Newspaper Publishers’ Association (Danske Dagblades </a:t>
            </a:r>
            <a:r>
              <a:rPr lang="en-GB" dirty="0" err="1"/>
              <a:t>Forening</a:t>
            </a:r>
            <a:r>
              <a:rPr lang="en-GB" dirty="0"/>
              <a:t>) argued this process infringed copyright by reproducing parts of protected works. The case was referred by a Danish court to the CJEU for interpretation of EU copyright law.</a:t>
            </a:r>
          </a:p>
          <a:p>
            <a:r>
              <a:rPr lang="en-GB" b="1" dirty="0"/>
              <a:t>Judgment and reasoning</a:t>
            </a:r>
          </a:p>
          <a:p>
            <a:r>
              <a:rPr lang="en-GB" dirty="0"/>
              <a:t>The Court ruled that reproducing even an 11-word extract from a protected work may constitute reproduction “in part” under Article 2 of the </a:t>
            </a:r>
            <a:r>
              <a:rPr lang="en-GB" dirty="0" err="1"/>
              <a:t>InfoSoc</a:t>
            </a:r>
            <a:r>
              <a:rPr lang="en-GB" dirty="0"/>
              <a:t> Directive if it contains elements reflecting the author’s intellectual creation. The decision emphasized qualitative rather than quantitative assessment of originality, establishing a key EU-wide standard for determining copyright subsistence in digital environments.</a:t>
            </a:r>
          </a:p>
          <a:p>
            <a:r>
              <a:rPr lang="en-GB" b="1" dirty="0"/>
              <a:t>Legal and practical impact</a:t>
            </a:r>
          </a:p>
          <a:p>
            <a:r>
              <a:rPr lang="en-GB" dirty="0" err="1"/>
              <a:t>Infopaq</a:t>
            </a:r>
            <a:r>
              <a:rPr lang="en-GB" dirty="0"/>
              <a:t> was the CJEU’s first major interpretation of the </a:t>
            </a:r>
            <a:r>
              <a:rPr lang="en-GB" dirty="0" err="1"/>
              <a:t>InfoSoc</a:t>
            </a:r>
            <a:r>
              <a:rPr lang="en-GB" dirty="0"/>
              <a:t> Directive and became foundational for later judgments defining the “author’s own intellectual creation” test. It significantly affected digital content industries, news aggregation services, and national courts’ understanding of partial reproduction and originality in European copyright law.</a:t>
            </a:r>
          </a:p>
          <a:p>
            <a:endParaRPr lang="en-GB" dirty="0"/>
          </a:p>
        </p:txBody>
      </p:sp>
    </p:spTree>
    <p:extLst>
      <p:ext uri="{BB962C8B-B14F-4D97-AF65-F5344CB8AC3E}">
        <p14:creationId xmlns:p14="http://schemas.microsoft.com/office/powerpoint/2010/main" val="307086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754FA-4351-36BB-23AB-1CE9E9233B71}"/>
              </a:ext>
            </a:extLst>
          </p:cNvPr>
          <p:cNvSpPr>
            <a:spLocks noGrp="1"/>
          </p:cNvSpPr>
          <p:nvPr>
            <p:ph type="title"/>
          </p:nvPr>
        </p:nvSpPr>
        <p:spPr/>
        <p:txBody>
          <a:bodyPr/>
          <a:lstStyle/>
          <a:p>
            <a:r>
              <a:rPr lang="en-GB" dirty="0"/>
              <a:t>Patents</a:t>
            </a:r>
          </a:p>
        </p:txBody>
      </p:sp>
      <p:sp>
        <p:nvSpPr>
          <p:cNvPr id="3" name="Content Placeholder 2">
            <a:extLst>
              <a:ext uri="{FF2B5EF4-FFF2-40B4-BE49-F238E27FC236}">
                <a16:creationId xmlns:a16="http://schemas.microsoft.com/office/drawing/2014/main" id="{B1DD5F3F-469F-AF65-8B5E-25B70E7B2544}"/>
              </a:ext>
            </a:extLst>
          </p:cNvPr>
          <p:cNvSpPr>
            <a:spLocks noGrp="1"/>
          </p:cNvSpPr>
          <p:nvPr>
            <p:ph idx="1"/>
          </p:nvPr>
        </p:nvSpPr>
        <p:spPr/>
        <p:txBody>
          <a:bodyPr/>
          <a:lstStyle/>
          <a:p>
            <a:pPr marL="0" indent="0">
              <a:buNone/>
            </a:pPr>
            <a:r>
              <a:rPr lang="en-GB" b="1" i="1" dirty="0"/>
              <a:t>Protecting invention and rights to its exploitation</a:t>
            </a:r>
          </a:p>
          <a:p>
            <a:pPr marL="0" indent="0">
              <a:buNone/>
            </a:pPr>
            <a:r>
              <a:rPr lang="en-GB" b="1" dirty="0"/>
              <a:t>Statutory basis</a:t>
            </a:r>
          </a:p>
          <a:p>
            <a:r>
              <a:rPr lang="en-GB" dirty="0"/>
              <a:t>Patents Act 1977</a:t>
            </a:r>
          </a:p>
          <a:p>
            <a:pPr marL="0" indent="0">
              <a:buNone/>
            </a:pPr>
            <a:r>
              <a:rPr lang="en-GB" b="1" dirty="0"/>
              <a:t>Patentability framework </a:t>
            </a:r>
            <a:r>
              <a:rPr lang="en-GB" dirty="0"/>
              <a:t>(</a:t>
            </a:r>
            <a:r>
              <a:rPr lang="en-GB" b="1" dirty="0"/>
              <a:t>four-stage test</a:t>
            </a:r>
            <a:r>
              <a:rPr lang="en-GB" dirty="0"/>
              <a:t>)</a:t>
            </a:r>
          </a:p>
          <a:p>
            <a:r>
              <a:rPr lang="en-GB" dirty="0"/>
              <a:t>Identify the claim</a:t>
            </a:r>
          </a:p>
          <a:p>
            <a:r>
              <a:rPr lang="en-GB" dirty="0"/>
              <a:t>Identify the contribution</a:t>
            </a:r>
          </a:p>
          <a:p>
            <a:r>
              <a:rPr lang="en-GB" dirty="0"/>
              <a:t>Ask if it falls solely within excluded matter</a:t>
            </a:r>
          </a:p>
          <a:p>
            <a:r>
              <a:rPr lang="en-GB" dirty="0"/>
              <a:t>Check technical nature (rather than just a “way of working”)</a:t>
            </a:r>
          </a:p>
          <a:p>
            <a:pPr marL="0" indent="0">
              <a:buNone/>
            </a:pPr>
            <a:endParaRPr lang="en-GB" dirty="0"/>
          </a:p>
          <a:p>
            <a:endParaRPr lang="en-GB" dirty="0"/>
          </a:p>
        </p:txBody>
      </p:sp>
    </p:spTree>
    <p:extLst>
      <p:ext uri="{BB962C8B-B14F-4D97-AF65-F5344CB8AC3E}">
        <p14:creationId xmlns:p14="http://schemas.microsoft.com/office/powerpoint/2010/main" val="30629460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AA788-87E8-5827-BB8E-3A6871E29251}"/>
              </a:ext>
            </a:extLst>
          </p:cNvPr>
          <p:cNvSpPr>
            <a:spLocks noGrp="1"/>
          </p:cNvSpPr>
          <p:nvPr>
            <p:ph type="title"/>
          </p:nvPr>
        </p:nvSpPr>
        <p:spPr/>
        <p:txBody>
          <a:bodyPr>
            <a:normAutofit/>
          </a:bodyPr>
          <a:lstStyle/>
          <a:p>
            <a:r>
              <a:rPr lang="en-GB" dirty="0"/>
              <a:t>Key Case (Patents)</a:t>
            </a:r>
          </a:p>
        </p:txBody>
      </p:sp>
      <p:sp>
        <p:nvSpPr>
          <p:cNvPr id="3" name="Content Placeholder 2">
            <a:extLst>
              <a:ext uri="{FF2B5EF4-FFF2-40B4-BE49-F238E27FC236}">
                <a16:creationId xmlns:a16="http://schemas.microsoft.com/office/drawing/2014/main" id="{A306AEBB-ADAF-65BF-DF34-9221BA9EFCBF}"/>
              </a:ext>
            </a:extLst>
          </p:cNvPr>
          <p:cNvSpPr>
            <a:spLocks noGrp="1"/>
          </p:cNvSpPr>
          <p:nvPr>
            <p:ph idx="1"/>
          </p:nvPr>
        </p:nvSpPr>
        <p:spPr/>
        <p:txBody>
          <a:bodyPr>
            <a:normAutofit lnSpcReduction="10000"/>
          </a:bodyPr>
          <a:lstStyle/>
          <a:p>
            <a:pPr marL="0" indent="0">
              <a:buNone/>
            </a:pPr>
            <a:r>
              <a:rPr lang="en-GB" b="1" dirty="0" err="1"/>
              <a:t>Aerotel</a:t>
            </a:r>
            <a:r>
              <a:rPr lang="en-GB" b="1" dirty="0"/>
              <a:t> Ltd v Telco Holdings Ltd</a:t>
            </a:r>
          </a:p>
          <a:p>
            <a:r>
              <a:rPr lang="en-GB" b="1" dirty="0"/>
              <a:t>Court:</a:t>
            </a:r>
            <a:r>
              <a:rPr lang="en-GB" dirty="0"/>
              <a:t> Court of Appeal (Civil Division), England and Wales</a:t>
            </a:r>
          </a:p>
          <a:p>
            <a:r>
              <a:rPr lang="en-GB" b="1" dirty="0"/>
              <a:t>Year decided:</a:t>
            </a:r>
            <a:r>
              <a:rPr lang="en-GB" dirty="0"/>
              <a:t> 2006</a:t>
            </a:r>
          </a:p>
          <a:p>
            <a:r>
              <a:rPr lang="en-GB" b="1" dirty="0"/>
              <a:t>Citation:</a:t>
            </a:r>
            <a:r>
              <a:rPr lang="en-GB" dirty="0"/>
              <a:t> [2006] EWCA </a:t>
            </a:r>
            <a:r>
              <a:rPr lang="en-GB" dirty="0" err="1"/>
              <a:t>Civ</a:t>
            </a:r>
            <a:r>
              <a:rPr lang="en-GB" dirty="0"/>
              <a:t> 1371</a:t>
            </a:r>
          </a:p>
          <a:p>
            <a:pPr marL="0" indent="0">
              <a:buNone/>
            </a:pPr>
            <a:r>
              <a:rPr lang="en-GB" b="1" dirty="0"/>
              <a:t>Background</a:t>
            </a:r>
          </a:p>
          <a:p>
            <a:r>
              <a:rPr lang="en-GB" dirty="0"/>
              <a:t>The dispute arose over </a:t>
            </a:r>
            <a:r>
              <a:rPr lang="en-GB" dirty="0" err="1"/>
              <a:t>Aerotel</a:t>
            </a:r>
            <a:r>
              <a:rPr lang="en-GB" dirty="0"/>
              <a:t> </a:t>
            </a:r>
            <a:r>
              <a:rPr lang="en-GB" dirty="0" err="1"/>
              <a:t>Ltd’s</a:t>
            </a:r>
            <a:r>
              <a:rPr lang="en-GB" dirty="0"/>
              <a:t> patent for a telephone call handling system. The UK Intellectual Property Office had refused Telco Holdings’ related patent application, leading to appeals that questioned the limits of what constitutes a patentable invention. The case was heard alongside </a:t>
            </a:r>
            <a:r>
              <a:rPr lang="en-GB" i="1" dirty="0"/>
              <a:t>Macrossan’s Application</a:t>
            </a:r>
            <a:r>
              <a:rPr lang="en-GB" dirty="0"/>
              <a:t>, which also concerned computer-related inventions.</a:t>
            </a:r>
          </a:p>
          <a:p>
            <a:endParaRPr lang="en-GB" dirty="0"/>
          </a:p>
        </p:txBody>
      </p:sp>
    </p:spTree>
    <p:extLst>
      <p:ext uri="{BB962C8B-B14F-4D97-AF65-F5344CB8AC3E}">
        <p14:creationId xmlns:p14="http://schemas.microsoft.com/office/powerpoint/2010/main" val="11573255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2D8F8-AD68-1091-25FD-820E5DBBA78F}"/>
              </a:ext>
            </a:extLst>
          </p:cNvPr>
          <p:cNvSpPr>
            <a:spLocks noGrp="1"/>
          </p:cNvSpPr>
          <p:nvPr>
            <p:ph type="title"/>
          </p:nvPr>
        </p:nvSpPr>
        <p:spPr/>
        <p:txBody>
          <a:bodyPr/>
          <a:lstStyle/>
          <a:p>
            <a:r>
              <a:rPr lang="en-GB" dirty="0"/>
              <a:t>What counts in our field?</a:t>
            </a:r>
          </a:p>
        </p:txBody>
      </p:sp>
      <p:sp>
        <p:nvSpPr>
          <p:cNvPr id="3" name="Content Placeholder 2">
            <a:extLst>
              <a:ext uri="{FF2B5EF4-FFF2-40B4-BE49-F238E27FC236}">
                <a16:creationId xmlns:a16="http://schemas.microsoft.com/office/drawing/2014/main" id="{7244E40F-D307-6DD2-EE94-52847736DB10}"/>
              </a:ext>
            </a:extLst>
          </p:cNvPr>
          <p:cNvSpPr>
            <a:spLocks noGrp="1"/>
          </p:cNvSpPr>
          <p:nvPr>
            <p:ph idx="1"/>
          </p:nvPr>
        </p:nvSpPr>
        <p:spPr>
          <a:xfrm>
            <a:off x="530351" y="2241422"/>
            <a:ext cx="3794761" cy="3987748"/>
          </a:xfrm>
        </p:spPr>
        <p:txBody>
          <a:bodyPr>
            <a:normAutofit/>
          </a:bodyPr>
          <a:lstStyle/>
          <a:p>
            <a:pPr marL="0" indent="0">
              <a:buNone/>
            </a:pPr>
            <a:r>
              <a:rPr lang="en-GB" b="1" dirty="0"/>
              <a:t>Excluded “as such”:</a:t>
            </a:r>
            <a:endParaRPr lang="en-GB" dirty="0"/>
          </a:p>
          <a:p>
            <a:r>
              <a:rPr lang="en-GB" dirty="0"/>
              <a:t>Computer programs</a:t>
            </a:r>
          </a:p>
          <a:p>
            <a:r>
              <a:rPr lang="en-GB" dirty="0"/>
              <a:t>Mathematical methods</a:t>
            </a:r>
          </a:p>
          <a:p>
            <a:r>
              <a:rPr lang="en-GB" dirty="0"/>
              <a:t>Business methods</a:t>
            </a:r>
          </a:p>
          <a:p>
            <a:pPr marL="0" indent="0">
              <a:buNone/>
            </a:pPr>
            <a:r>
              <a:rPr lang="en-GB" dirty="0"/>
              <a:t>But patentable if:</a:t>
            </a:r>
          </a:p>
          <a:p>
            <a:r>
              <a:rPr lang="en-GB" dirty="0"/>
              <a:t>Technical contribution</a:t>
            </a:r>
          </a:p>
          <a:p>
            <a:r>
              <a:rPr lang="en-GB" dirty="0"/>
              <a:t>Technical effect</a:t>
            </a:r>
          </a:p>
          <a:p>
            <a:r>
              <a:rPr lang="en-GB" dirty="0"/>
              <a:t>Technical solution to technical problem</a:t>
            </a:r>
          </a:p>
          <a:p>
            <a:endParaRPr lang="en-GB" dirty="0"/>
          </a:p>
        </p:txBody>
      </p:sp>
      <p:sp>
        <p:nvSpPr>
          <p:cNvPr id="5" name="TextBox 4">
            <a:extLst>
              <a:ext uri="{FF2B5EF4-FFF2-40B4-BE49-F238E27FC236}">
                <a16:creationId xmlns:a16="http://schemas.microsoft.com/office/drawing/2014/main" id="{D2456C54-3A68-2392-4D43-9E7B6850C4D5}"/>
              </a:ext>
            </a:extLst>
          </p:cNvPr>
          <p:cNvSpPr txBox="1"/>
          <p:nvPr/>
        </p:nvSpPr>
        <p:spPr>
          <a:xfrm>
            <a:off x="4892040" y="3108137"/>
            <a:ext cx="4014216" cy="3139321"/>
          </a:xfrm>
          <a:prstGeom prst="rect">
            <a:avLst/>
          </a:prstGeom>
          <a:noFill/>
        </p:spPr>
        <p:txBody>
          <a:bodyPr wrap="square">
            <a:spAutoFit/>
          </a:bodyPr>
          <a:lstStyle/>
          <a:p>
            <a:pPr>
              <a:buNone/>
            </a:pPr>
            <a:r>
              <a:rPr lang="en-GB" b="1" dirty="0"/>
              <a:t>Cybersecurity examples (excellent for engagement)</a:t>
            </a:r>
          </a:p>
          <a:p>
            <a:pPr>
              <a:buNone/>
            </a:pPr>
            <a:r>
              <a:rPr lang="en-GB" dirty="0"/>
              <a:t>Patentable:</a:t>
            </a:r>
          </a:p>
          <a:p>
            <a:pPr>
              <a:buFont typeface="Arial" panose="020B0604020202020204" pitchFamily="34" charset="0"/>
              <a:buChar char="•"/>
            </a:pPr>
            <a:r>
              <a:rPr lang="en-GB" dirty="0"/>
              <a:t>Novel packet inspection architecture</a:t>
            </a:r>
          </a:p>
          <a:p>
            <a:pPr>
              <a:buFont typeface="Arial" panose="020B0604020202020204" pitchFamily="34" charset="0"/>
              <a:buChar char="•"/>
            </a:pPr>
            <a:r>
              <a:rPr lang="en-GB" dirty="0"/>
              <a:t>Hardware-based trust anchor</a:t>
            </a:r>
          </a:p>
          <a:p>
            <a:pPr>
              <a:buFont typeface="Arial" panose="020B0604020202020204" pitchFamily="34" charset="0"/>
              <a:buChar char="•"/>
            </a:pPr>
            <a:r>
              <a:rPr lang="en-GB" dirty="0"/>
              <a:t>New cryptographic hardware implementation</a:t>
            </a:r>
          </a:p>
          <a:p>
            <a:pPr>
              <a:buNone/>
            </a:pPr>
            <a:r>
              <a:rPr lang="en-GB" dirty="0"/>
              <a:t>Usually not patentable:</a:t>
            </a:r>
          </a:p>
          <a:p>
            <a:pPr>
              <a:buFont typeface="Arial" panose="020B0604020202020204" pitchFamily="34" charset="0"/>
              <a:buChar char="•"/>
            </a:pPr>
            <a:r>
              <a:rPr lang="en-GB" dirty="0"/>
              <a:t>Pure detection algorithm</a:t>
            </a:r>
          </a:p>
          <a:p>
            <a:pPr>
              <a:buFont typeface="Arial" panose="020B0604020202020204" pitchFamily="34" charset="0"/>
              <a:buChar char="•"/>
            </a:pPr>
            <a:r>
              <a:rPr lang="en-GB" dirty="0"/>
              <a:t>Risk scoring model</a:t>
            </a:r>
          </a:p>
          <a:p>
            <a:pPr>
              <a:buFont typeface="Arial" panose="020B0604020202020204" pitchFamily="34" charset="0"/>
              <a:buChar char="•"/>
            </a:pPr>
            <a:r>
              <a:rPr lang="en-GB" dirty="0"/>
              <a:t>Abstract ML classification</a:t>
            </a:r>
          </a:p>
        </p:txBody>
      </p:sp>
    </p:spTree>
    <p:extLst>
      <p:ext uri="{BB962C8B-B14F-4D97-AF65-F5344CB8AC3E}">
        <p14:creationId xmlns:p14="http://schemas.microsoft.com/office/powerpoint/2010/main" val="3567799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98F3C-7D6D-B4E1-AE08-EC23E79AAEC5}"/>
              </a:ext>
            </a:extLst>
          </p:cNvPr>
          <p:cNvSpPr>
            <a:spLocks noGrp="1"/>
          </p:cNvSpPr>
          <p:nvPr>
            <p:ph type="title"/>
          </p:nvPr>
        </p:nvSpPr>
        <p:spPr/>
        <p:txBody>
          <a:bodyPr/>
          <a:lstStyle/>
          <a:p>
            <a:r>
              <a:rPr lang="en-GB" dirty="0"/>
              <a:t>Key Patent topics</a:t>
            </a:r>
          </a:p>
        </p:txBody>
      </p:sp>
      <p:sp>
        <p:nvSpPr>
          <p:cNvPr id="4" name="Rectangle 1">
            <a:extLst>
              <a:ext uri="{FF2B5EF4-FFF2-40B4-BE49-F238E27FC236}">
                <a16:creationId xmlns:a16="http://schemas.microsoft.com/office/drawing/2014/main" id="{C1135647-527D-771D-4564-05599F879821}"/>
              </a:ext>
            </a:extLst>
          </p:cNvPr>
          <p:cNvSpPr>
            <a:spLocks noGrp="1" noChangeArrowheads="1"/>
          </p:cNvSpPr>
          <p:nvPr>
            <p:ph idx="1"/>
          </p:nvPr>
        </p:nvSpPr>
        <p:spPr bwMode="auto">
          <a:xfrm>
            <a:off x="457200" y="2800333"/>
            <a:ext cx="735177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Defensive patenting and market </a:t>
            </a:r>
            <a:r>
              <a:rPr kumimoji="0" lang="en-US" altLang="en-US" sz="1800" b="0" i="0" u="none" strike="noStrike" cap="none" normalizeH="0" baseline="0" dirty="0" err="1">
                <a:ln>
                  <a:noFill/>
                </a:ln>
                <a:solidFill>
                  <a:schemeClr val="tx1"/>
                </a:solidFill>
                <a:effectLst/>
                <a:latin typeface="Arial" panose="020B0604020202020204" pitchFamily="34" charset="0"/>
              </a:rPr>
              <a:t>signalling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Open vs proprietary tension (Linux vs Microsoft?) </a:t>
            </a:r>
          </a:p>
        </p:txBody>
      </p:sp>
    </p:spTree>
    <p:extLst>
      <p:ext uri="{BB962C8B-B14F-4D97-AF65-F5344CB8AC3E}">
        <p14:creationId xmlns:p14="http://schemas.microsoft.com/office/powerpoint/2010/main" val="76224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66FFE-8AC1-5700-F91E-35E4282E0BBD}"/>
              </a:ext>
            </a:extLst>
          </p:cNvPr>
          <p:cNvSpPr>
            <a:spLocks noGrp="1"/>
          </p:cNvSpPr>
          <p:nvPr>
            <p:ph type="title"/>
          </p:nvPr>
        </p:nvSpPr>
        <p:spPr/>
        <p:txBody>
          <a:bodyPr/>
          <a:lstStyle/>
          <a:p>
            <a:r>
              <a:rPr lang="en-GB" dirty="0"/>
              <a:t>Trade marks™ </a:t>
            </a:r>
          </a:p>
        </p:txBody>
      </p:sp>
      <p:sp>
        <p:nvSpPr>
          <p:cNvPr id="3" name="Content Placeholder 2">
            <a:extLst>
              <a:ext uri="{FF2B5EF4-FFF2-40B4-BE49-F238E27FC236}">
                <a16:creationId xmlns:a16="http://schemas.microsoft.com/office/drawing/2014/main" id="{BECA82D1-1759-6C8A-6B93-619E813465D1}"/>
              </a:ext>
            </a:extLst>
          </p:cNvPr>
          <p:cNvSpPr>
            <a:spLocks noGrp="1"/>
          </p:cNvSpPr>
          <p:nvPr>
            <p:ph idx="1"/>
          </p:nvPr>
        </p:nvSpPr>
        <p:spPr/>
        <p:txBody>
          <a:bodyPr/>
          <a:lstStyle/>
          <a:p>
            <a:pPr marL="0" indent="0">
              <a:buNone/>
            </a:pPr>
            <a:r>
              <a:rPr lang="en-GB" b="1" dirty="0"/>
              <a:t>Statutory basis</a:t>
            </a:r>
          </a:p>
          <a:p>
            <a:r>
              <a:rPr lang="en-GB" dirty="0"/>
              <a:t>Trade Marks Act 1994</a:t>
            </a:r>
          </a:p>
          <a:p>
            <a:pPr marL="0" indent="0">
              <a:buNone/>
            </a:pPr>
            <a:br>
              <a:rPr lang="en-GB" dirty="0"/>
            </a:br>
            <a:endParaRPr lang="en-GB" dirty="0"/>
          </a:p>
          <a:p>
            <a:pPr marL="0" indent="0">
              <a:buNone/>
            </a:pPr>
            <a:r>
              <a:rPr lang="en-GB" b="1" dirty="0"/>
              <a:t>Why do we need trademarks?</a:t>
            </a:r>
          </a:p>
          <a:p>
            <a:pPr marL="0" indent="0">
              <a:buNone/>
            </a:pPr>
            <a:endParaRPr lang="en-GB" b="1" dirty="0"/>
          </a:p>
          <a:p>
            <a:r>
              <a:rPr lang="en-GB" dirty="0"/>
              <a:t>Origin function</a:t>
            </a:r>
          </a:p>
          <a:p>
            <a:r>
              <a:rPr lang="en-GB" dirty="0"/>
              <a:t>Quality guarantee</a:t>
            </a:r>
          </a:p>
          <a:p>
            <a:r>
              <a:rPr lang="en-GB" dirty="0"/>
              <a:t>Advertising function</a:t>
            </a:r>
          </a:p>
          <a:p>
            <a:r>
              <a:rPr lang="en-GB" dirty="0"/>
              <a:t>Investment function (advanced concept)</a:t>
            </a:r>
          </a:p>
          <a:p>
            <a:endParaRPr lang="en-GB" dirty="0"/>
          </a:p>
        </p:txBody>
      </p:sp>
    </p:spTree>
    <p:extLst>
      <p:ext uri="{BB962C8B-B14F-4D97-AF65-F5344CB8AC3E}">
        <p14:creationId xmlns:p14="http://schemas.microsoft.com/office/powerpoint/2010/main" val="3173277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fade">
                                      <p:cBhvr>
                                        <p:cTn id="13" dur="500"/>
                                        <p:tgtEl>
                                          <p:spTgt spid="3">
                                            <p:txEl>
                                              <p:pRg st="7" end="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animEffect transition="in" filter="fade">
                                      <p:cBhvr>
                                        <p:cTn id="1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815E8-2ADB-696D-D47C-5964026AC497}"/>
              </a:ext>
            </a:extLst>
          </p:cNvPr>
          <p:cNvSpPr>
            <a:spLocks noGrp="1"/>
          </p:cNvSpPr>
          <p:nvPr>
            <p:ph type="title"/>
          </p:nvPr>
        </p:nvSpPr>
        <p:spPr>
          <a:xfrm>
            <a:off x="457200" y="915736"/>
            <a:ext cx="8229600" cy="801640"/>
          </a:xfrm>
        </p:spPr>
        <p:txBody>
          <a:bodyPr anchor="ctr">
            <a:normAutofit/>
          </a:bodyPr>
          <a:lstStyle/>
          <a:p>
            <a:r>
              <a:rPr lang="en-GB" dirty="0"/>
              <a:t>Relevance to you</a:t>
            </a:r>
          </a:p>
        </p:txBody>
      </p:sp>
      <p:pic>
        <p:nvPicPr>
          <p:cNvPr id="8" name="Picture 7">
            <a:extLst>
              <a:ext uri="{FF2B5EF4-FFF2-40B4-BE49-F238E27FC236}">
                <a16:creationId xmlns:a16="http://schemas.microsoft.com/office/drawing/2014/main" id="{EA82AB35-EE3A-4FCB-EDF6-E3F403D3D53B}"/>
              </a:ext>
            </a:extLst>
          </p:cNvPr>
          <p:cNvPicPr>
            <a:picLocks noChangeAspect="1"/>
          </p:cNvPicPr>
          <p:nvPr/>
        </p:nvPicPr>
        <p:blipFill>
          <a:blip r:embed="rId2">
            <a:extLst>
              <a:ext uri="{837473B0-CC2E-450A-ABE3-18F120FF3D39}">
                <a1611:picAttrSrcUrl xmlns:a1611="http://schemas.microsoft.com/office/drawing/2016/11/main" r:id="rId3"/>
              </a:ext>
            </a:extLst>
          </a:blip>
          <a:srcRect l="846" r="2850" b="7"/>
          <a:stretch>
            <a:fillRect/>
          </a:stretch>
        </p:blipFill>
        <p:spPr>
          <a:xfrm>
            <a:off x="457200" y="1717378"/>
            <a:ext cx="5754160" cy="5064423"/>
          </a:xfrm>
          <a:prstGeom prst="rect">
            <a:avLst/>
          </a:prstGeom>
          <a:noFill/>
        </p:spPr>
      </p:pic>
      <p:sp>
        <p:nvSpPr>
          <p:cNvPr id="4" name="Rectangle 1">
            <a:extLst>
              <a:ext uri="{FF2B5EF4-FFF2-40B4-BE49-F238E27FC236}">
                <a16:creationId xmlns:a16="http://schemas.microsoft.com/office/drawing/2014/main" id="{B19872EB-CF52-0796-8414-EDC0D2E81013}"/>
              </a:ext>
            </a:extLst>
          </p:cNvPr>
          <p:cNvSpPr>
            <a:spLocks noGrp="1" noChangeArrowheads="1"/>
          </p:cNvSpPr>
          <p:nvPr>
            <p:ph sz="quarter" idx="12"/>
          </p:nvPr>
        </p:nvSpPr>
        <p:spPr bwMode="auto">
          <a:xfrm>
            <a:off x="6301642" y="1717377"/>
            <a:ext cx="2385159" cy="2568217"/>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285750" indent="-285750" algn="l" defTabSz="914400" eaLnBrk="0" fontAlgn="base" hangingPunct="0">
              <a:spcBef>
                <a:spcPct val="0"/>
              </a:spcBef>
              <a:spcAft>
                <a:spcPts val="600"/>
              </a:spcAft>
              <a:buFont typeface="Arial" panose="020B0604020202020204" pitchFamily="34" charset="0"/>
              <a:buChar char="•"/>
            </a:pPr>
            <a:r>
              <a:rPr kumimoji="0" lang="en-US" altLang="en-US" b="0" i="0" u="none" strike="noStrike" cap="none" normalizeH="0" baseline="0" dirty="0">
                <a:ln>
                  <a:noFill/>
                </a:ln>
                <a:effectLst/>
              </a:rPr>
              <a:t>Domain name disputes</a:t>
            </a:r>
          </a:p>
          <a:p>
            <a:pPr marL="285750" indent="-285750" algn="l" defTabSz="914400" eaLnBrk="0" fontAlgn="base" hangingPunct="0">
              <a:spcBef>
                <a:spcPct val="0"/>
              </a:spcBef>
              <a:spcAft>
                <a:spcPts val="600"/>
              </a:spcAft>
              <a:buFont typeface="Arial" panose="020B0604020202020204" pitchFamily="34" charset="0"/>
              <a:buChar char="•"/>
            </a:pPr>
            <a:r>
              <a:rPr kumimoji="0" lang="en-US" altLang="en-US" b="0" i="0" u="none" strike="noStrike" cap="none" normalizeH="0" baseline="0" dirty="0">
                <a:ln>
                  <a:noFill/>
                </a:ln>
                <a:effectLst/>
              </a:rPr>
              <a:t>Keyword advertising</a:t>
            </a:r>
          </a:p>
          <a:p>
            <a:pPr marL="285750" indent="-285750" algn="l" defTabSz="914400" eaLnBrk="0" fontAlgn="base" hangingPunct="0">
              <a:spcBef>
                <a:spcPct val="0"/>
              </a:spcBef>
              <a:spcAft>
                <a:spcPts val="600"/>
              </a:spcAft>
              <a:buFont typeface="Arial" panose="020B0604020202020204" pitchFamily="34" charset="0"/>
              <a:buChar char="•"/>
            </a:pPr>
            <a:r>
              <a:rPr kumimoji="0" lang="en-US" altLang="en-US" b="0" i="0" u="none" strike="noStrike" cap="none" normalizeH="0" baseline="0" dirty="0">
                <a:ln>
                  <a:noFill/>
                </a:ln>
                <a:effectLst/>
              </a:rPr>
              <a:t>Platform impersonation</a:t>
            </a:r>
          </a:p>
          <a:p>
            <a:pPr marL="285750" indent="-285750" algn="l" defTabSz="914400" eaLnBrk="0" fontAlgn="base" hangingPunct="0">
              <a:spcBef>
                <a:spcPct val="0"/>
              </a:spcBef>
              <a:spcAft>
                <a:spcPts val="600"/>
              </a:spcAft>
              <a:buFont typeface="Arial" panose="020B0604020202020204" pitchFamily="34" charset="0"/>
              <a:buChar char="•"/>
            </a:pPr>
            <a:r>
              <a:rPr kumimoji="0" lang="en-US" altLang="en-US" b="0" i="0" u="none" strike="noStrike" cap="none" normalizeH="0" baseline="0" dirty="0" err="1">
                <a:ln>
                  <a:noFill/>
                </a:ln>
                <a:effectLst/>
              </a:rPr>
              <a:t>Typosquatting</a:t>
            </a:r>
            <a:endParaRPr kumimoji="0" lang="en-US" altLang="en-US" b="0" i="0" u="none" strike="noStrike" cap="none" normalizeH="0" baseline="0" dirty="0">
              <a:ln>
                <a:noFill/>
              </a:ln>
              <a:effectLst/>
            </a:endParaRPr>
          </a:p>
        </p:txBody>
      </p:sp>
      <p:sp>
        <p:nvSpPr>
          <p:cNvPr id="10" name="TextBox 9">
            <a:extLst>
              <a:ext uri="{FF2B5EF4-FFF2-40B4-BE49-F238E27FC236}">
                <a16:creationId xmlns:a16="http://schemas.microsoft.com/office/drawing/2014/main" id="{88B2F901-CF36-EBEB-F531-A5B1F419D62A}"/>
              </a:ext>
            </a:extLst>
          </p:cNvPr>
          <p:cNvSpPr txBox="1"/>
          <p:nvPr/>
        </p:nvSpPr>
        <p:spPr>
          <a:xfrm>
            <a:off x="6446520" y="4608576"/>
            <a:ext cx="2385159" cy="1754326"/>
          </a:xfrm>
          <a:prstGeom prst="rect">
            <a:avLst/>
          </a:prstGeom>
          <a:noFill/>
        </p:spPr>
        <p:txBody>
          <a:bodyPr wrap="square" rtlCol="0">
            <a:spAutoFit/>
          </a:bodyPr>
          <a:lstStyle/>
          <a:p>
            <a:r>
              <a:rPr lang="en-GB" dirty="0"/>
              <a:t>OFFENCE of “passing off”:</a:t>
            </a:r>
          </a:p>
          <a:p>
            <a:endParaRPr lang="en-GB" dirty="0"/>
          </a:p>
          <a:p>
            <a:pPr marL="285750" indent="-285750">
              <a:buFont typeface="Arial" panose="020B0604020202020204" pitchFamily="34" charset="0"/>
              <a:buChar char="•"/>
            </a:pPr>
            <a:r>
              <a:rPr lang="en-GB" dirty="0"/>
              <a:t>Goodwill</a:t>
            </a:r>
          </a:p>
          <a:p>
            <a:pPr marL="285750" indent="-285750">
              <a:buFont typeface="Arial" panose="020B0604020202020204" pitchFamily="34" charset="0"/>
              <a:buChar char="•"/>
            </a:pPr>
            <a:r>
              <a:rPr lang="en-GB" dirty="0"/>
              <a:t>Misrepresentation</a:t>
            </a:r>
          </a:p>
          <a:p>
            <a:pPr marL="285750" indent="-285750">
              <a:buFont typeface="Arial" panose="020B0604020202020204" pitchFamily="34" charset="0"/>
              <a:buChar char="•"/>
            </a:pPr>
            <a:r>
              <a:rPr lang="en-GB" dirty="0"/>
              <a:t>Damage</a:t>
            </a:r>
          </a:p>
        </p:txBody>
      </p:sp>
      <p:sp>
        <p:nvSpPr>
          <p:cNvPr id="11" name="Rectangle 2">
            <a:extLst>
              <a:ext uri="{FF2B5EF4-FFF2-40B4-BE49-F238E27FC236}">
                <a16:creationId xmlns:a16="http://schemas.microsoft.com/office/drawing/2014/main" id="{66E9A93F-D960-ECE3-1705-989581BD8311}"/>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Goodwill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Misrepresentation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Damage</a:t>
            </a:r>
          </a:p>
        </p:txBody>
      </p:sp>
    </p:spTree>
    <p:extLst>
      <p:ext uri="{BB962C8B-B14F-4D97-AF65-F5344CB8AC3E}">
        <p14:creationId xmlns:p14="http://schemas.microsoft.com/office/powerpoint/2010/main" val="639054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48391-58A5-D63C-825F-F3454DA5C6FC}"/>
              </a:ext>
            </a:extLst>
          </p:cNvPr>
          <p:cNvSpPr>
            <a:spLocks noGrp="1"/>
          </p:cNvSpPr>
          <p:nvPr>
            <p:ph type="title"/>
          </p:nvPr>
        </p:nvSpPr>
        <p:spPr/>
        <p:txBody>
          <a:bodyPr/>
          <a:lstStyle/>
          <a:p>
            <a:r>
              <a:rPr lang="en-GB" dirty="0"/>
              <a:t>Design Rights </a:t>
            </a:r>
          </a:p>
        </p:txBody>
      </p:sp>
      <p:sp>
        <p:nvSpPr>
          <p:cNvPr id="3" name="Content Placeholder 2">
            <a:extLst>
              <a:ext uri="{FF2B5EF4-FFF2-40B4-BE49-F238E27FC236}">
                <a16:creationId xmlns:a16="http://schemas.microsoft.com/office/drawing/2014/main" id="{2AEF7835-5087-25D7-109B-C9C29BDDE1A5}"/>
              </a:ext>
            </a:extLst>
          </p:cNvPr>
          <p:cNvSpPr>
            <a:spLocks noGrp="1"/>
          </p:cNvSpPr>
          <p:nvPr>
            <p:ph sz="quarter" idx="11"/>
          </p:nvPr>
        </p:nvSpPr>
        <p:spPr/>
        <p:txBody>
          <a:bodyPr/>
          <a:lstStyle/>
          <a:p>
            <a:pPr algn="l"/>
            <a:r>
              <a:rPr lang="en-GB" b="1" dirty="0"/>
              <a:t>Statutory basis</a:t>
            </a:r>
          </a:p>
          <a:p>
            <a:pPr algn="l"/>
            <a:r>
              <a:rPr lang="en-GB" dirty="0"/>
              <a:t>Registered Designs Act 1949</a:t>
            </a:r>
          </a:p>
          <a:p>
            <a:pPr algn="l"/>
            <a:r>
              <a:rPr lang="en-GB" b="1" dirty="0"/>
              <a:t>Registered design</a:t>
            </a:r>
            <a:endParaRPr lang="en-GB" dirty="0"/>
          </a:p>
          <a:p>
            <a:pPr marL="285750" indent="-285750" algn="l">
              <a:buFont typeface="Arial" panose="020B0604020202020204" pitchFamily="34" charset="0"/>
              <a:buChar char="•"/>
            </a:pPr>
            <a:r>
              <a:rPr lang="en-GB" dirty="0"/>
              <a:t>Stronger protection</a:t>
            </a:r>
          </a:p>
          <a:p>
            <a:pPr marL="285750" indent="-285750" algn="l">
              <a:buFont typeface="Arial" panose="020B0604020202020204" pitchFamily="34" charset="0"/>
              <a:buChar char="•"/>
            </a:pPr>
            <a:r>
              <a:rPr lang="en-GB" dirty="0"/>
              <a:t>Up to 25 years</a:t>
            </a:r>
          </a:p>
          <a:p>
            <a:pPr marL="285750" indent="-285750" algn="l">
              <a:buFont typeface="Arial" panose="020B0604020202020204" pitchFamily="34" charset="0"/>
              <a:buChar char="•"/>
            </a:pPr>
            <a:r>
              <a:rPr lang="en-GB" dirty="0"/>
              <a:t>Requires registration</a:t>
            </a:r>
          </a:p>
          <a:p>
            <a:pPr algn="l"/>
            <a:r>
              <a:rPr lang="en-GB" b="1" dirty="0"/>
              <a:t>UK unregistered design right</a:t>
            </a:r>
            <a:endParaRPr lang="en-GB" dirty="0"/>
          </a:p>
          <a:p>
            <a:pPr marL="285750" indent="-285750" algn="l">
              <a:buFont typeface="Arial" panose="020B0604020202020204" pitchFamily="34" charset="0"/>
              <a:buChar char="•"/>
            </a:pPr>
            <a:r>
              <a:rPr lang="en-GB" dirty="0"/>
              <a:t>Automatic</a:t>
            </a:r>
          </a:p>
          <a:p>
            <a:pPr marL="285750" indent="-285750" algn="l">
              <a:buFont typeface="Arial" panose="020B0604020202020204" pitchFamily="34" charset="0"/>
              <a:buChar char="•"/>
            </a:pPr>
            <a:r>
              <a:rPr lang="en-GB" dirty="0"/>
              <a:t>Shorter duration</a:t>
            </a:r>
          </a:p>
          <a:p>
            <a:pPr marL="285750" indent="-285750" algn="l">
              <a:buFont typeface="Arial" panose="020B0604020202020204" pitchFamily="34" charset="0"/>
              <a:buChar char="•"/>
            </a:pPr>
            <a:r>
              <a:rPr lang="en-GB" dirty="0"/>
              <a:t>Shape/configuration focus</a:t>
            </a:r>
          </a:p>
          <a:p>
            <a:endParaRPr lang="en-GB" dirty="0"/>
          </a:p>
        </p:txBody>
      </p:sp>
      <p:sp>
        <p:nvSpPr>
          <p:cNvPr id="6" name="Rectangle 1">
            <a:extLst>
              <a:ext uri="{FF2B5EF4-FFF2-40B4-BE49-F238E27FC236}">
                <a16:creationId xmlns:a16="http://schemas.microsoft.com/office/drawing/2014/main" id="{BEFF030F-1FD2-DEDD-03E0-C72D11DCECF8}"/>
              </a:ext>
            </a:extLst>
          </p:cNvPr>
          <p:cNvSpPr>
            <a:spLocks noChangeArrowheads="1"/>
          </p:cNvSpPr>
          <p:nvPr/>
        </p:nvSpPr>
        <p:spPr bwMode="auto">
          <a:xfrm>
            <a:off x="5760720" y="3439112"/>
            <a:ext cx="257314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GUIs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Device casings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IoT products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Platform visual identity</a:t>
            </a:r>
          </a:p>
        </p:txBody>
      </p:sp>
      <p:sp>
        <p:nvSpPr>
          <p:cNvPr id="7" name="Content Placeholder 2">
            <a:extLst>
              <a:ext uri="{FF2B5EF4-FFF2-40B4-BE49-F238E27FC236}">
                <a16:creationId xmlns:a16="http://schemas.microsoft.com/office/drawing/2014/main" id="{E24FAEB8-E2E0-1CA3-D204-F2D047D582AA}"/>
              </a:ext>
            </a:extLst>
          </p:cNvPr>
          <p:cNvSpPr txBox="1">
            <a:spLocks/>
          </p:cNvSpPr>
          <p:nvPr/>
        </p:nvSpPr>
        <p:spPr>
          <a:xfrm>
            <a:off x="4888992" y="2308691"/>
            <a:ext cx="3971544" cy="1861942"/>
          </a:xfrm>
          <a:prstGeom prst="rect">
            <a:avLst/>
          </a:prstGeom>
        </p:spPr>
        <p:txBody>
          <a:bodyPr vert="horz" lIns="91440" tIns="45720" rIns="91440" bIns="45720" rtlCol="0" anchor="ctr">
            <a:normAutofit/>
          </a:bodyPr>
          <a:lstStyle>
            <a:lvl1pPr marL="0" indent="0" algn="ctr" defTabSz="457200" rtl="0" eaLnBrk="1" latinLnBrk="0" hangingPunct="1">
              <a:spcBef>
                <a:spcPct val="20000"/>
              </a:spcBef>
              <a:buFontTx/>
              <a:buNone/>
              <a:defRPr sz="1800" kern="1200" baseline="0">
                <a:solidFill>
                  <a:schemeClr val="accent2"/>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2"/>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2"/>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2"/>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2"/>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GB" b="1" dirty="0"/>
              <a:t>What does it apply to that I care about?</a:t>
            </a:r>
            <a:endParaRPr lang="en-GB" dirty="0"/>
          </a:p>
          <a:p>
            <a:endParaRPr lang="en-GB" dirty="0"/>
          </a:p>
        </p:txBody>
      </p:sp>
    </p:spTree>
    <p:extLst>
      <p:ext uri="{BB962C8B-B14F-4D97-AF65-F5344CB8AC3E}">
        <p14:creationId xmlns:p14="http://schemas.microsoft.com/office/powerpoint/2010/main" val="794416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CD415-AACF-E514-286B-979298FFE61C}"/>
              </a:ext>
            </a:extLst>
          </p:cNvPr>
          <p:cNvSpPr>
            <a:spLocks noGrp="1"/>
          </p:cNvSpPr>
          <p:nvPr>
            <p:ph type="title"/>
          </p:nvPr>
        </p:nvSpPr>
        <p:spPr/>
        <p:txBody>
          <a:bodyPr/>
          <a:lstStyle/>
          <a:p>
            <a:r>
              <a:rPr lang="en-GB" dirty="0"/>
              <a:t>So what?</a:t>
            </a:r>
          </a:p>
        </p:txBody>
      </p:sp>
      <p:sp>
        <p:nvSpPr>
          <p:cNvPr id="3" name="Content Placeholder 2">
            <a:extLst>
              <a:ext uri="{FF2B5EF4-FFF2-40B4-BE49-F238E27FC236}">
                <a16:creationId xmlns:a16="http://schemas.microsoft.com/office/drawing/2014/main" id="{F0190C8D-D90A-1B59-D9BA-7D87E3FB05E3}"/>
              </a:ext>
            </a:extLst>
          </p:cNvPr>
          <p:cNvSpPr>
            <a:spLocks noGrp="1"/>
          </p:cNvSpPr>
          <p:nvPr>
            <p:ph sz="quarter" idx="11"/>
          </p:nvPr>
        </p:nvSpPr>
        <p:spPr/>
        <p:txBody>
          <a:bodyPr/>
          <a:lstStyle/>
          <a:p>
            <a:pPr algn="l"/>
            <a:r>
              <a:rPr lang="en-GB" dirty="0"/>
              <a:t>AI TRAINING CORPUS talk through</a:t>
            </a:r>
          </a:p>
          <a:p>
            <a:pPr algn="l"/>
            <a:endParaRPr lang="en-GB" dirty="0"/>
          </a:p>
          <a:p>
            <a:pPr algn="l"/>
            <a:r>
              <a:rPr lang="en-GB" dirty="0"/>
              <a:t>Disney’s “Cease and Desist” letters</a:t>
            </a:r>
          </a:p>
          <a:p>
            <a:pPr algn="l"/>
            <a:endParaRPr lang="en-GB" b="1" dirty="0"/>
          </a:p>
          <a:p>
            <a:pPr algn="l"/>
            <a:r>
              <a:rPr lang="en-GB" b="1" dirty="0"/>
              <a:t>Which pillars are involved?</a:t>
            </a:r>
          </a:p>
          <a:p>
            <a:pPr algn="l"/>
            <a:endParaRPr lang="en-GB" b="1" dirty="0"/>
          </a:p>
          <a:p>
            <a:pPr marL="285750" indent="-285750" algn="l">
              <a:buFont typeface="Arial" panose="020B0604020202020204" pitchFamily="34" charset="0"/>
              <a:buChar char="•"/>
            </a:pPr>
            <a:r>
              <a:rPr lang="en-GB" dirty="0"/>
              <a:t>Copyright infringement</a:t>
            </a:r>
          </a:p>
          <a:p>
            <a:pPr marL="285750" indent="-285750" algn="l">
              <a:buFont typeface="Arial" panose="020B0604020202020204" pitchFamily="34" charset="0"/>
              <a:buChar char="•"/>
            </a:pPr>
            <a:r>
              <a:rPr lang="en-GB" dirty="0"/>
              <a:t>Database right</a:t>
            </a:r>
          </a:p>
          <a:p>
            <a:pPr marL="285750" indent="-285750" algn="l">
              <a:buFont typeface="Arial" panose="020B0604020202020204" pitchFamily="34" charset="0"/>
              <a:buChar char="•"/>
            </a:pPr>
            <a:r>
              <a:rPr lang="en-GB" dirty="0"/>
              <a:t>Licensing</a:t>
            </a:r>
          </a:p>
          <a:p>
            <a:pPr marL="285750" indent="-285750" algn="l">
              <a:buFont typeface="Arial" panose="020B0604020202020204" pitchFamily="34" charset="0"/>
              <a:buChar char="•"/>
            </a:pPr>
            <a:r>
              <a:rPr lang="en-GB" dirty="0"/>
              <a:t>Research exceptions</a:t>
            </a:r>
          </a:p>
          <a:p>
            <a:pPr marL="285750" indent="-285750" algn="l">
              <a:buFont typeface="Arial" panose="020B0604020202020204" pitchFamily="34" charset="0"/>
              <a:buChar char="•"/>
            </a:pPr>
            <a:r>
              <a:rPr lang="en-GB" dirty="0"/>
              <a:t>Commercial vs non-commercial TDM</a:t>
            </a:r>
          </a:p>
          <a:p>
            <a:pPr algn="l"/>
            <a:endParaRPr lang="en-GB" b="1" dirty="0"/>
          </a:p>
          <a:p>
            <a:pPr algn="l"/>
            <a:endParaRPr lang="en-GB" dirty="0"/>
          </a:p>
          <a:p>
            <a:endParaRPr lang="en-GB" dirty="0"/>
          </a:p>
        </p:txBody>
      </p:sp>
      <p:pic>
        <p:nvPicPr>
          <p:cNvPr id="7" name="Content Placeholder 6">
            <a:extLst>
              <a:ext uri="{FF2B5EF4-FFF2-40B4-BE49-F238E27FC236}">
                <a16:creationId xmlns:a16="http://schemas.microsoft.com/office/drawing/2014/main" id="{944066A5-6095-1CFD-45D7-6819814ADDE2}"/>
              </a:ext>
            </a:extLst>
          </p:cNvPr>
          <p:cNvPicPr>
            <a:picLocks noGrp="1" noChangeAspect="1"/>
          </p:cNvPicPr>
          <p:nvPr>
            <p:ph sz="quarter" idx="12"/>
          </p:nvPr>
        </p:nvPicPr>
        <p:blipFill>
          <a:blip r:embed="rId3">
            <a:extLst>
              <a:ext uri="{837473B0-CC2E-450A-ABE3-18F120FF3D39}">
                <a1611:picAttrSrcUrl xmlns:a1611="http://schemas.microsoft.com/office/drawing/2016/11/main" r:id="rId4"/>
              </a:ext>
            </a:extLst>
          </a:blip>
          <a:stretch>
            <a:fillRect/>
          </a:stretch>
        </p:blipFill>
        <p:spPr>
          <a:xfrm>
            <a:off x="6302375" y="2331939"/>
            <a:ext cx="2384425" cy="1340046"/>
          </a:xfrm>
        </p:spPr>
      </p:pic>
      <p:sp>
        <p:nvSpPr>
          <p:cNvPr id="5" name="Content Placeholder 4">
            <a:extLst>
              <a:ext uri="{FF2B5EF4-FFF2-40B4-BE49-F238E27FC236}">
                <a16:creationId xmlns:a16="http://schemas.microsoft.com/office/drawing/2014/main" id="{96D57433-583C-E38E-26D4-DF801283005F}"/>
              </a:ext>
            </a:extLst>
          </p:cNvPr>
          <p:cNvSpPr>
            <a:spLocks noGrp="1"/>
          </p:cNvSpPr>
          <p:nvPr>
            <p:ph sz="quarter" idx="13"/>
          </p:nvPr>
        </p:nvSpPr>
        <p:spPr/>
        <p:txBody>
          <a:bodyPr/>
          <a:lstStyle/>
          <a:p>
            <a:endParaRPr lang="en-GB" dirty="0"/>
          </a:p>
        </p:txBody>
      </p:sp>
      <p:sp>
        <p:nvSpPr>
          <p:cNvPr id="8" name="TextBox 7">
            <a:extLst>
              <a:ext uri="{FF2B5EF4-FFF2-40B4-BE49-F238E27FC236}">
                <a16:creationId xmlns:a16="http://schemas.microsoft.com/office/drawing/2014/main" id="{F9272B75-283F-E157-BBE8-BC1F76677BB2}"/>
              </a:ext>
            </a:extLst>
          </p:cNvPr>
          <p:cNvSpPr txBox="1"/>
          <p:nvPr/>
        </p:nvSpPr>
        <p:spPr>
          <a:xfrm>
            <a:off x="6302375" y="3671985"/>
            <a:ext cx="2384425" cy="369332"/>
          </a:xfrm>
          <a:prstGeom prst="rect">
            <a:avLst/>
          </a:prstGeom>
          <a:noFill/>
        </p:spPr>
        <p:txBody>
          <a:bodyPr wrap="square" rtlCol="0">
            <a:spAutoFit/>
          </a:bodyPr>
          <a:lstStyle/>
          <a:p>
            <a:r>
              <a:rPr lang="en-GB" sz="900">
                <a:hlinkClick r:id="rId4" tooltip="https://www.covermesongs.com/2019/12/frozen-ii-covers-weezer-kacey-musgraves-panic-disco.html"/>
              </a:rPr>
              <a:t>This Photo</a:t>
            </a:r>
            <a:r>
              <a:rPr lang="en-GB" sz="900"/>
              <a:t> by Unknown Author is licensed under </a:t>
            </a:r>
            <a:r>
              <a:rPr lang="en-GB" sz="900">
                <a:hlinkClick r:id="rId5" tooltip="https://creativecommons.org/licenses/by-nc-nd/3.0/"/>
              </a:rPr>
              <a:t>CC BY-NC-ND</a:t>
            </a:r>
            <a:endParaRPr lang="en-GB" sz="900"/>
          </a:p>
        </p:txBody>
      </p:sp>
    </p:spTree>
    <p:extLst>
      <p:ext uri="{BB962C8B-B14F-4D97-AF65-F5344CB8AC3E}">
        <p14:creationId xmlns:p14="http://schemas.microsoft.com/office/powerpoint/2010/main" val="6629258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1182174-6378-BD04-6ABA-604C802DF5BD}"/>
              </a:ext>
            </a:extLst>
          </p:cNvPr>
          <p:cNvSpPr>
            <a:spLocks noGrp="1"/>
          </p:cNvSpPr>
          <p:nvPr>
            <p:ph type="body" idx="1"/>
          </p:nvPr>
        </p:nvSpPr>
        <p:spPr/>
        <p:txBody>
          <a:bodyPr/>
          <a:lstStyle/>
          <a:p>
            <a:endParaRPr lang="en-GB"/>
          </a:p>
        </p:txBody>
      </p:sp>
      <p:sp>
        <p:nvSpPr>
          <p:cNvPr id="7" name="Text Placeholder 6">
            <a:extLst>
              <a:ext uri="{FF2B5EF4-FFF2-40B4-BE49-F238E27FC236}">
                <a16:creationId xmlns:a16="http://schemas.microsoft.com/office/drawing/2014/main" id="{C472A6FF-7D5A-9F1D-3510-C4FD6620C694}"/>
              </a:ext>
            </a:extLst>
          </p:cNvPr>
          <p:cNvSpPr>
            <a:spLocks noGrp="1"/>
          </p:cNvSpPr>
          <p:nvPr>
            <p:ph type="body" idx="10"/>
          </p:nvPr>
        </p:nvSpPr>
        <p:spPr/>
        <p:txBody>
          <a:bodyPr/>
          <a:lstStyle/>
          <a:p>
            <a:r>
              <a:rPr lang="en-GB" dirty="0"/>
              <a:t>Any Questions</a:t>
            </a:r>
          </a:p>
        </p:txBody>
      </p:sp>
      <p:sp>
        <p:nvSpPr>
          <p:cNvPr id="2" name="Title 1">
            <a:extLst>
              <a:ext uri="{FF2B5EF4-FFF2-40B4-BE49-F238E27FC236}">
                <a16:creationId xmlns:a16="http://schemas.microsoft.com/office/drawing/2014/main" id="{254580ED-420B-1DD7-7C13-2DC7794D8E70}"/>
              </a:ext>
            </a:extLst>
          </p:cNvPr>
          <p:cNvSpPr>
            <a:spLocks noGrp="1"/>
          </p:cNvSpPr>
          <p:nvPr>
            <p:ph type="title" idx="4294967295"/>
          </p:nvPr>
        </p:nvSpPr>
        <p:spPr>
          <a:xfrm>
            <a:off x="0" y="915988"/>
            <a:ext cx="8229600" cy="801687"/>
          </a:xfrm>
        </p:spPr>
        <p:txBody>
          <a:bodyPr/>
          <a:lstStyle/>
          <a:p>
            <a:r>
              <a:rPr lang="en-GB" dirty="0"/>
              <a:t>Any Questions?</a:t>
            </a:r>
          </a:p>
        </p:txBody>
      </p:sp>
    </p:spTree>
    <p:extLst>
      <p:ext uri="{BB962C8B-B14F-4D97-AF65-F5344CB8AC3E}">
        <p14:creationId xmlns:p14="http://schemas.microsoft.com/office/powerpoint/2010/main" val="1965196333"/>
      </p:ext>
    </p:extLst>
  </p:cSld>
  <p:clrMapOvr>
    <a:masterClrMapping/>
  </p:clrMapOvr>
</p:sld>
</file>

<file path=ppt/theme/theme1.xml><?xml version="1.0" encoding="utf-8"?>
<a:theme xmlns:a="http://schemas.openxmlformats.org/drawingml/2006/main" name="LU_2015">
  <a:themeElements>
    <a:clrScheme name="Custom 10">
      <a:dk1>
        <a:srgbClr val="6F3092"/>
      </a:dk1>
      <a:lt1>
        <a:srgbClr val="FFFFFF"/>
      </a:lt1>
      <a:dk2>
        <a:srgbClr val="361163"/>
      </a:dk2>
      <a:lt2>
        <a:srgbClr val="CBCECE"/>
      </a:lt2>
      <a:accent1>
        <a:srgbClr val="6F3092"/>
      </a:accent1>
      <a:accent2>
        <a:srgbClr val="B70062"/>
      </a:accent2>
      <a:accent3>
        <a:srgbClr val="ED2482"/>
      </a:accent3>
      <a:accent4>
        <a:srgbClr val="D02F8C"/>
      </a:accent4>
      <a:accent5>
        <a:srgbClr val="ED2482"/>
      </a:accent5>
      <a:accent6>
        <a:srgbClr val="F26A38"/>
      </a:accent6>
      <a:hlink>
        <a:srgbClr val="8C8C8D"/>
      </a:hlink>
      <a:folHlink>
        <a:srgbClr val="525E6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LU_2015.thmx</Template>
  <TotalTime>31816</TotalTime>
  <Words>1003</Words>
  <Application>Microsoft Office PowerPoint</Application>
  <PresentationFormat>On-screen Show (4:3)</PresentationFormat>
  <Paragraphs>208</Paragraphs>
  <Slides>20</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Arial</vt:lpstr>
      <vt:lpstr>Calibri</vt:lpstr>
      <vt:lpstr>LU_2015</vt:lpstr>
      <vt:lpstr>Intellectual Property  (LECTURE)</vt:lpstr>
      <vt:lpstr>Reflections to Have</vt:lpstr>
      <vt:lpstr>Objectives</vt:lpstr>
      <vt:lpstr>Not in today’s lecture</vt:lpstr>
      <vt:lpstr>What is IP?</vt:lpstr>
      <vt:lpstr>Foundations (why we’re told it matters)</vt:lpstr>
      <vt:lpstr>Critiques</vt:lpstr>
      <vt:lpstr>When IP is given away?</vt:lpstr>
      <vt:lpstr>4 pillars of IP Protection</vt:lpstr>
      <vt:lpstr>Copyright</vt:lpstr>
      <vt:lpstr>Key Case (Copyright)</vt:lpstr>
      <vt:lpstr>Patents</vt:lpstr>
      <vt:lpstr>Key Case (Patents)</vt:lpstr>
      <vt:lpstr>What counts in our field?</vt:lpstr>
      <vt:lpstr>Key Patent topics</vt:lpstr>
      <vt:lpstr>Trade marks™ </vt:lpstr>
      <vt:lpstr>Relevance to you</vt:lpstr>
      <vt:lpstr>Design Rights </vt:lpstr>
      <vt:lpstr>So what?</vt:lpstr>
      <vt:lpstr>Any Questions?</vt:lpstr>
    </vt:vector>
  </TitlesOfParts>
  <Company>Loughborough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Loughborough</dc:title>
  <dc:creator>clearlyandrew@gmail.com</dc:creator>
  <cp:lastModifiedBy>Andrew Peck</cp:lastModifiedBy>
  <cp:revision>100</cp:revision>
  <cp:lastPrinted>2025-12-02T09:23:17Z</cp:lastPrinted>
  <dcterms:created xsi:type="dcterms:W3CDTF">2015-08-20T15:34:37Z</dcterms:created>
  <dcterms:modified xsi:type="dcterms:W3CDTF">2026-02-18T17:42:24Z</dcterms:modified>
</cp:coreProperties>
</file>