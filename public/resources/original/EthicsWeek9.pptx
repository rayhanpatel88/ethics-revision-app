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75" r:id="rId2"/>
    <p:sldId id="256" r:id="rId3"/>
    <p:sldId id="287" r:id="rId4"/>
    <p:sldId id="282" r:id="rId5"/>
    <p:sldId id="284" r:id="rId6"/>
    <p:sldId id="288" r:id="rId7"/>
    <p:sldId id="285" r:id="rId8"/>
    <p:sldId id="289" r:id="rId9"/>
    <p:sldId id="286" r:id="rId10"/>
    <p:sldId id="274" r:id="rId11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663D6-14A2-4CE6-A255-FB448D75DB33}" v="169" dt="2026-04-24T12:48:35.611"/>
    <p1510:client id="{FDED3CA8-0547-4B52-AF6A-68FF4F5E427E}" v="62" dt="2026-04-24T11:48:14.96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987" autoAdjust="0"/>
  </p:normalViewPr>
  <p:slideViewPr>
    <p:cSldViewPr snapToGrid="0" snapToObjects="1">
      <p:cViewPr varScale="1">
        <p:scale>
          <a:sx n="106" d="100"/>
          <a:sy n="106" d="100"/>
        </p:scale>
        <p:origin x="160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8" d="100"/>
        <a:sy n="158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3846" y="-12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eck" userId="4bb5f5f4-3b99-4404-9b08-cae7dcb06df5" providerId="ADAL" clId="{7220604C-6238-49F0-AA9A-69F72B931534}"/>
    <pc:docChg chg="undo custSel addSld delSld modSld">
      <pc:chgData name="Andrew Peck" userId="4bb5f5f4-3b99-4404-9b08-cae7dcb06df5" providerId="ADAL" clId="{7220604C-6238-49F0-AA9A-69F72B931534}" dt="2026-04-24T13:11:22.799" v="767" actId="20577"/>
      <pc:docMkLst>
        <pc:docMk/>
      </pc:docMkLst>
      <pc:sldChg chg="del">
        <pc:chgData name="Andrew Peck" userId="4bb5f5f4-3b99-4404-9b08-cae7dcb06df5" providerId="ADAL" clId="{7220604C-6238-49F0-AA9A-69F72B931534}" dt="2026-04-24T12:23:09.263" v="19" actId="47"/>
        <pc:sldMkLst>
          <pc:docMk/>
          <pc:sldMk cId="1825518239" sldId="283"/>
        </pc:sldMkLst>
      </pc:sldChg>
      <pc:sldChg chg="addSp modSp mod">
        <pc:chgData name="Andrew Peck" userId="4bb5f5f4-3b99-4404-9b08-cae7dcb06df5" providerId="ADAL" clId="{7220604C-6238-49F0-AA9A-69F72B931534}" dt="2026-04-24T12:48:35.611" v="168" actId="27918"/>
        <pc:sldMkLst>
          <pc:docMk/>
          <pc:sldMk cId="3166553523" sldId="285"/>
        </pc:sldMkLst>
        <pc:spChg chg="mod">
          <ac:chgData name="Andrew Peck" userId="4bb5f5f4-3b99-4404-9b08-cae7dcb06df5" providerId="ADAL" clId="{7220604C-6238-49F0-AA9A-69F72B931534}" dt="2026-04-24T12:35:39.216" v="74" actId="20577"/>
          <ac:spMkLst>
            <pc:docMk/>
            <pc:sldMk cId="3166553523" sldId="285"/>
            <ac:spMk id="3" creationId="{966424EC-68C6-03E5-7BED-B8DDA3E63101}"/>
          </ac:spMkLst>
        </pc:spChg>
        <pc:graphicFrameChg chg="add mod">
          <ac:chgData name="Andrew Peck" userId="4bb5f5f4-3b99-4404-9b08-cae7dcb06df5" providerId="ADAL" clId="{7220604C-6238-49F0-AA9A-69F72B931534}" dt="2026-04-24T12:47:09.338" v="163" actId="20577"/>
          <ac:graphicFrameMkLst>
            <pc:docMk/>
            <pc:sldMk cId="3166553523" sldId="285"/>
            <ac:graphicFrameMk id="7" creationId="{51474658-2FFD-F388-418D-98E7C5618163}"/>
          </ac:graphicFrameMkLst>
        </pc:graphicFrameChg>
        <pc:graphicFrameChg chg="add mod">
          <ac:chgData name="Andrew Peck" userId="4bb5f5f4-3b99-4404-9b08-cae7dcb06df5" providerId="ADAL" clId="{7220604C-6238-49F0-AA9A-69F72B931534}" dt="2026-04-24T12:47:03.171" v="149" actId="20577"/>
          <ac:graphicFrameMkLst>
            <pc:docMk/>
            <pc:sldMk cId="3166553523" sldId="285"/>
            <ac:graphicFrameMk id="8" creationId="{83633A9E-90D3-7E39-4CCC-12A0D6E576B6}"/>
          </ac:graphicFrameMkLst>
        </pc:graphicFrameChg>
      </pc:sldChg>
      <pc:sldChg chg="addSp delSp modSp new mod">
        <pc:chgData name="Andrew Peck" userId="4bb5f5f4-3b99-4404-9b08-cae7dcb06df5" providerId="ADAL" clId="{7220604C-6238-49F0-AA9A-69F72B931534}" dt="2026-04-24T12:26:48.856" v="45"/>
        <pc:sldMkLst>
          <pc:docMk/>
          <pc:sldMk cId="1665047644" sldId="288"/>
        </pc:sldMkLst>
        <pc:spChg chg="del mod">
          <ac:chgData name="Andrew Peck" userId="4bb5f5f4-3b99-4404-9b08-cae7dcb06df5" providerId="ADAL" clId="{7220604C-6238-49F0-AA9A-69F72B931534}" dt="2026-04-24T12:26:24.965" v="41" actId="478"/>
          <ac:spMkLst>
            <pc:docMk/>
            <pc:sldMk cId="1665047644" sldId="288"/>
            <ac:spMk id="2" creationId="{429A2621-0C50-57B2-30BF-66DD49E049C3}"/>
          </ac:spMkLst>
        </pc:spChg>
        <pc:spChg chg="del">
          <ac:chgData name="Andrew Peck" userId="4bb5f5f4-3b99-4404-9b08-cae7dcb06df5" providerId="ADAL" clId="{7220604C-6238-49F0-AA9A-69F72B931534}" dt="2026-04-24T12:22:39.694" v="13" actId="1957"/>
          <ac:spMkLst>
            <pc:docMk/>
            <pc:sldMk cId="1665047644" sldId="288"/>
            <ac:spMk id="3" creationId="{0142DF71-F977-FE3C-707B-2991FFF7B28B}"/>
          </ac:spMkLst>
        </pc:spChg>
        <pc:spChg chg="add del mod">
          <ac:chgData name="Andrew Peck" userId="4bb5f5f4-3b99-4404-9b08-cae7dcb06df5" providerId="ADAL" clId="{7220604C-6238-49F0-AA9A-69F72B931534}" dt="2026-04-24T12:26:29.387" v="44" actId="478"/>
          <ac:spMkLst>
            <pc:docMk/>
            <pc:sldMk cId="1665047644" sldId="288"/>
            <ac:spMk id="8" creationId="{6328E8D6-3301-43AE-341D-187D0A628198}"/>
          </ac:spMkLst>
        </pc:spChg>
        <pc:spChg chg="add del mod">
          <ac:chgData name="Andrew Peck" userId="4bb5f5f4-3b99-4404-9b08-cae7dcb06df5" providerId="ADAL" clId="{7220604C-6238-49F0-AA9A-69F72B931534}" dt="2026-04-24T12:26:27.494" v="43" actId="478"/>
          <ac:spMkLst>
            <pc:docMk/>
            <pc:sldMk cId="1665047644" sldId="288"/>
            <ac:spMk id="10" creationId="{7AB32DF0-DF00-4A9B-89A1-ED407079AC1C}"/>
          </ac:spMkLst>
        </pc:spChg>
        <pc:graphicFrameChg chg="add del mod">
          <ac:chgData name="Andrew Peck" userId="4bb5f5f4-3b99-4404-9b08-cae7dcb06df5" providerId="ADAL" clId="{7220604C-6238-49F0-AA9A-69F72B931534}" dt="2026-04-24T12:26:48.856" v="45"/>
          <ac:graphicFrameMkLst>
            <pc:docMk/>
            <pc:sldMk cId="1665047644" sldId="288"/>
            <ac:graphicFrameMk id="6" creationId="{CF33E7F7-8B01-1375-0323-5CC1227B981F}"/>
          </ac:graphicFrameMkLst>
        </pc:graphicFrameChg>
      </pc:sldChg>
      <pc:sldChg chg="modSp new mod">
        <pc:chgData name="Andrew Peck" userId="4bb5f5f4-3b99-4404-9b08-cae7dcb06df5" providerId="ADAL" clId="{7220604C-6238-49F0-AA9A-69F72B931534}" dt="2026-04-24T13:11:22.799" v="767" actId="20577"/>
        <pc:sldMkLst>
          <pc:docMk/>
          <pc:sldMk cId="1844591410" sldId="289"/>
        </pc:sldMkLst>
        <pc:spChg chg="mod">
          <ac:chgData name="Andrew Peck" userId="4bb5f5f4-3b99-4404-9b08-cae7dcb06df5" providerId="ADAL" clId="{7220604C-6238-49F0-AA9A-69F72B931534}" dt="2026-04-24T13:09:19.304" v="187" actId="20577"/>
          <ac:spMkLst>
            <pc:docMk/>
            <pc:sldMk cId="1844591410" sldId="289"/>
            <ac:spMk id="2" creationId="{D11B8D08-0D70-5585-CC71-25685361E066}"/>
          </ac:spMkLst>
        </pc:spChg>
        <pc:spChg chg="mod">
          <ac:chgData name="Andrew Peck" userId="4bb5f5f4-3b99-4404-9b08-cae7dcb06df5" providerId="ADAL" clId="{7220604C-6238-49F0-AA9A-69F72B931534}" dt="2026-04-24T13:11:22.799" v="767" actId="20577"/>
          <ac:spMkLst>
            <pc:docMk/>
            <pc:sldMk cId="1844591410" sldId="289"/>
            <ac:spMk id="3" creationId="{1EEFBCCB-3C96-6777-6265-67B0F06F17D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Leadership</a:t>
            </a:r>
            <a:r>
              <a:rPr lang="en-US" baseline="0" dirty="0"/>
              <a:t> style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Sheet1!$A$2:$A$9</c:f>
              <c:strCache>
                <c:ptCount val="8"/>
                <c:pt idx="0">
                  <c:v>Autocratic</c:v>
                </c:pt>
                <c:pt idx="1">
                  <c:v>Beaurocratic</c:v>
                </c:pt>
                <c:pt idx="2">
                  <c:v>Coaching</c:v>
                </c:pt>
                <c:pt idx="3">
                  <c:v>Democratic</c:v>
                </c:pt>
                <c:pt idx="4">
                  <c:v>Laissez-faire</c:v>
                </c:pt>
                <c:pt idx="5">
                  <c:v>Pacesetter</c:v>
                </c:pt>
                <c:pt idx="6">
                  <c:v>Servant</c:v>
                </c:pt>
                <c:pt idx="7">
                  <c:v>Visionary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79-4D73-AAD1-9FB27E48F8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Stressed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49-4565-9F7C-8F570F2D17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149-4565-9F7C-8F570F2D17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149-4565-9F7C-8F570F2D17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60019936"/>
        <c:axId val="960019216"/>
      </c:barChart>
      <c:catAx>
        <c:axId val="960019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0019216"/>
        <c:crosses val="autoZero"/>
        <c:auto val="1"/>
        <c:lblAlgn val="ctr"/>
        <c:lblOffset val="100"/>
        <c:noMultiLvlLbl val="0"/>
      </c:catAx>
      <c:valAx>
        <c:axId val="960019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0019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Neutral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2">
                  <c:v>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B-4612-8EDD-C91F66D88D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ACB-4612-8EDD-C91F66D88D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20-40</c:v>
                </c:pt>
                <c:pt idx="1">
                  <c:v>40-60</c:v>
                </c:pt>
                <c:pt idx="2">
                  <c:v>60-80</c:v>
                </c:pt>
                <c:pt idx="3">
                  <c:v>80-100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ACB-4612-8EDD-C91F66D88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60019936"/>
        <c:axId val="960019216"/>
      </c:barChart>
      <c:catAx>
        <c:axId val="960019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0019216"/>
        <c:crosses val="autoZero"/>
        <c:auto val="1"/>
        <c:lblAlgn val="ctr"/>
        <c:lblOffset val="100"/>
        <c:noMultiLvlLbl val="0"/>
      </c:catAx>
      <c:valAx>
        <c:axId val="960019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0019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C37F-70CA-DA4B-9BF7-D3284F004EB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85354-1BB5-0D49-8EAE-C2125EAE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1894D-29C1-4F1C-A22C-0904E83E75F9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9B765-E964-4C4F-963A-233F81AE88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paulatki/Desktop/2015%20LU%20Logos/PRINT/LU/png/For%20use%20on%20A4/LU_A4_WHITE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Mod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157" y="3057699"/>
            <a:ext cx="8277728" cy="1807533"/>
          </a:xfrm>
        </p:spPr>
        <p:txBody>
          <a:bodyPr anchor="t"/>
          <a:lstStyle>
            <a:lvl1pPr algn="l">
              <a:lnSpc>
                <a:spcPct val="80000"/>
              </a:lnSpc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157" y="2002971"/>
            <a:ext cx="8277728" cy="1054728"/>
          </a:xfrm>
        </p:spPr>
        <p:txBody>
          <a:bodyPr anchor="b">
            <a:normAutofit/>
          </a:bodyPr>
          <a:lstStyle>
            <a:lvl1pPr marL="0" indent="0" algn="l">
              <a:lnSpc>
                <a:spcPct val="80000"/>
              </a:lnSpc>
              <a:buNone/>
              <a:defRPr sz="1800" spc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95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tand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2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  <a:ln>
            <a:noFill/>
          </a:ln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8537"/>
            <a:ext cx="8229600" cy="5057275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728536"/>
            <a:ext cx="5766197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28537"/>
            <a:ext cx="2385159" cy="2557056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822960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9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575416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17377"/>
            <a:ext cx="2385159" cy="2568217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8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5985491"/>
            <a:ext cx="7772400" cy="362531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None/>
              <a:defRPr sz="2000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Inspiring Winners since 1909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722313" y="1502547"/>
            <a:ext cx="7772400" cy="2286443"/>
          </a:xfrm>
        </p:spPr>
        <p:txBody>
          <a:bodyPr anchor="t">
            <a:noAutofit/>
          </a:bodyPr>
          <a:lstStyle>
            <a:lvl1pPr marL="0" indent="0" algn="ctr">
              <a:lnSpc>
                <a:spcPct val="80000"/>
              </a:lnSpc>
              <a:buNone/>
              <a:defRPr sz="3600" b="1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Thank you!</a:t>
            </a:r>
          </a:p>
        </p:txBody>
      </p:sp>
      <p:pic>
        <p:nvPicPr>
          <p:cNvPr id="8" name="LU_A4_WHITE.png" descr="/Users/paulatki/Desktop/2015 LU Logos/PRINT/LU/png/For use on A4/LU_A4_WHITE.png"/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45" y="4846973"/>
            <a:ext cx="2737110" cy="9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06379"/>
            <a:ext cx="8229600" cy="84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927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BFEFA66-9419-2A49-A041-7C28C5AE4F1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95BD5A-1FA1-9D44-B58D-C612997E6C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0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71" r:id="rId4"/>
    <p:sldLayoutId id="2147483664" r:id="rId5"/>
    <p:sldLayoutId id="2147483666" r:id="rId6"/>
    <p:sldLayoutId id="2147483670" r:id="rId7"/>
    <p:sldLayoutId id="2147483667" r:id="rId8"/>
    <p:sldLayoutId id="214748367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elgross.blogspot.com/2017/01/el-liderazgo-introvertido-toma-fuerza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65/bmj.l226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BDE32A-F190-F89D-02B8-24C233261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00" y="1406013"/>
            <a:ext cx="9042500" cy="5063800"/>
          </a:xfrm>
        </p:spPr>
      </p:pic>
    </p:spTree>
    <p:extLst>
      <p:ext uri="{BB962C8B-B14F-4D97-AF65-F5344CB8AC3E}">
        <p14:creationId xmlns:p14="http://schemas.microsoft.com/office/powerpoint/2010/main" val="91859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Ethics Week 9 – </a:t>
            </a:r>
            <a:br>
              <a:rPr lang="en-GB" b="0" dirty="0"/>
            </a:br>
            <a:r>
              <a:rPr lang="en-GB" b="0" dirty="0" err="1"/>
              <a:t>LeAdership</a:t>
            </a:r>
            <a:endParaRPr lang="en-GB" b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Andrew Peck</a:t>
            </a:r>
          </a:p>
        </p:txBody>
      </p:sp>
    </p:spTree>
    <p:extLst>
      <p:ext uri="{BB962C8B-B14F-4D97-AF65-F5344CB8AC3E}">
        <p14:creationId xmlns:p14="http://schemas.microsoft.com/office/powerpoint/2010/main" val="219100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4793-B29E-6E05-69CC-7B6A6C87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ABF96A-1392-97C5-7107-DED48309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 Up (Week 9)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4F2611-7472-9714-1D9E-CFF5C11C7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8537"/>
            <a:ext cx="4114800" cy="5057275"/>
          </a:xfrm>
        </p:spPr>
        <p:txBody>
          <a:bodyPr/>
          <a:lstStyle/>
          <a:p>
            <a:r>
              <a:rPr lang="en-GB" dirty="0"/>
              <a:t>I see myself as a leader</a:t>
            </a:r>
          </a:p>
          <a:p>
            <a:endParaRPr lang="en-GB" dirty="0"/>
          </a:p>
          <a:p>
            <a:r>
              <a:rPr lang="en-GB" dirty="0"/>
              <a:t>There is a difference between a “leader” and a “manager”</a:t>
            </a:r>
          </a:p>
          <a:p>
            <a:endParaRPr lang="en-GB" dirty="0"/>
          </a:p>
          <a:p>
            <a:r>
              <a:rPr lang="en-GB" dirty="0"/>
              <a:t>I have experienced bad leadership in the past</a:t>
            </a:r>
          </a:p>
          <a:p>
            <a:endParaRPr lang="en-GB" dirty="0"/>
          </a:p>
          <a:p>
            <a:r>
              <a:rPr lang="en-GB" dirty="0"/>
              <a:t>I want to lead in the future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F3309-9A54-6620-0DC4-645C5E3AF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13" r="24636"/>
          <a:stretch>
            <a:fillRect/>
          </a:stretch>
        </p:blipFill>
        <p:spPr>
          <a:xfrm>
            <a:off x="4986528" y="1646240"/>
            <a:ext cx="4038600" cy="5053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763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78B3-6752-49DB-CF30-8C3400E4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0CC64-4BEF-7FB4-E503-46589C879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Leadership is one of the most important topics in the human sciences and historically one of the more poorly understood; it is important for two reasons. First, leadership solves the problem of how to organize collective effort; consequently, it is the key to organizational effectiveness. With good leadership, organizations (governments, corporations, universities, hospitals, armies) thrive and prosper. When organizations succeed, the financial and psychological well-being of the incumbents is enhanced.</a:t>
            </a:r>
          </a:p>
          <a:p>
            <a:r>
              <a:rPr lang="en-GB" dirty="0"/>
              <a:t>Second, and more important from a moral perspective, bad leaders perpetrate terrible misery on those subject to their domain. 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Hogan, Robert, and Robert B. Kaiser. "What we know about leadership." </a:t>
            </a:r>
            <a:r>
              <a:rPr lang="en-GB" i="1" dirty="0"/>
              <a:t>Review of general psychology</a:t>
            </a:r>
            <a:r>
              <a:rPr lang="en-GB" dirty="0"/>
              <a:t> 9.2 (2005): 169-180.</a:t>
            </a:r>
          </a:p>
        </p:txBody>
      </p:sp>
    </p:spTree>
    <p:extLst>
      <p:ext uri="{BB962C8B-B14F-4D97-AF65-F5344CB8AC3E}">
        <p14:creationId xmlns:p14="http://schemas.microsoft.com/office/powerpoint/2010/main" val="79789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31E0-98A2-467D-EBC5-64A8B960A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 Assessment and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51822-E213-6246-F16E-F2EA20972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You will need 2 pieces of paper and honesty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 Read and Choose the leadership style that best suits you.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https://professional.dce.harvard.edu/blog/how-to-determine-what-my-leadership-style-is/</a:t>
            </a:r>
          </a:p>
        </p:txBody>
      </p:sp>
    </p:spTree>
    <p:extLst>
      <p:ext uri="{BB962C8B-B14F-4D97-AF65-F5344CB8AC3E}">
        <p14:creationId xmlns:p14="http://schemas.microsoft.com/office/powerpoint/2010/main" val="67557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33E7F7-8B01-1375-0323-5CC1227B9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890864"/>
              </p:ext>
            </p:extLst>
          </p:nvPr>
        </p:nvGraphicFramePr>
        <p:xfrm>
          <a:off x="457200" y="1728788"/>
          <a:ext cx="8229600" cy="505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504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724B3-0573-CABD-3A7D-A79FDE5A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8D24-4746-5FD5-BBB3-33425A4E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 Assessment and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424EC-68C6-03E5-7BED-B8DDA3E63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2. Complete the quiz and measure your leadership capabilities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https://rm.coe.int/16806f362d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1474658-2FFD-F388-418D-98E7C5618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09928"/>
              </p:ext>
            </p:extLst>
          </p:nvPr>
        </p:nvGraphicFramePr>
        <p:xfrm>
          <a:off x="781615" y="3587938"/>
          <a:ext cx="2839772" cy="2613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3633A9E-90D3-7E39-4CCC-12A0D6E57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582922"/>
              </p:ext>
            </p:extLst>
          </p:nvPr>
        </p:nvGraphicFramePr>
        <p:xfrm>
          <a:off x="4697243" y="3514002"/>
          <a:ext cx="3665142" cy="2613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655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8D08-0D70-5585-CC71-25685361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Pair-Mentoring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BCCB-3C96-6777-6265-67B0F06F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Identify 2 things you need to learn</a:t>
            </a:r>
          </a:p>
          <a:p>
            <a:pPr lvl="1"/>
            <a:r>
              <a:rPr lang="en-GB" dirty="0"/>
              <a:t>These are the weakest elements from your “neutral” survey</a:t>
            </a:r>
          </a:p>
          <a:p>
            <a:pPr lvl="1"/>
            <a:r>
              <a:rPr lang="en-GB" dirty="0"/>
              <a:t>Try to break down why you WANT to learn these things</a:t>
            </a:r>
          </a:p>
          <a:p>
            <a:pPr lvl="1"/>
            <a:r>
              <a:rPr lang="en-GB" dirty="0"/>
              <a:t>If you have time (at home??) identify ways you can learn these things (online courses/volunteering/etc)</a:t>
            </a:r>
          </a:p>
          <a:p>
            <a:pPr lvl="1"/>
            <a:endParaRPr lang="en-GB" dirty="0"/>
          </a:p>
          <a:p>
            <a:r>
              <a:rPr lang="en-GB" dirty="0"/>
              <a:t>Identify 2 things you need to train</a:t>
            </a:r>
          </a:p>
          <a:p>
            <a:pPr lvl="1"/>
            <a:r>
              <a:rPr lang="en-GB" dirty="0"/>
              <a:t>These are the things that suffered the most between your “neutral” and “stressed” responses</a:t>
            </a:r>
          </a:p>
          <a:p>
            <a:pPr lvl="1"/>
            <a:r>
              <a:rPr lang="en-GB" dirty="0"/>
              <a:t>Have your partner give you a plan to practice these things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KEEP THESE NOTES, THESE ARE THE OUTPUT FROM THIS SEMINAR SESSION</a:t>
            </a:r>
          </a:p>
        </p:txBody>
      </p:sp>
    </p:spTree>
    <p:extLst>
      <p:ext uri="{BB962C8B-B14F-4D97-AF65-F5344CB8AC3E}">
        <p14:creationId xmlns:p14="http://schemas.microsoft.com/office/powerpoint/2010/main" val="1844591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3F73D-A1A3-5BFF-7695-D555F78D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B8F8-CF11-1543-502C-C3A7F3A1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 Assessment and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3462-47FA-05DE-DB5F-F00C89D7F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 What leadership style do you aspire to? Why?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4. Which leadership style do you resist? Why?</a:t>
            </a:r>
          </a:p>
        </p:txBody>
      </p:sp>
    </p:spTree>
    <p:extLst>
      <p:ext uri="{BB962C8B-B14F-4D97-AF65-F5344CB8AC3E}">
        <p14:creationId xmlns:p14="http://schemas.microsoft.com/office/powerpoint/2010/main" val="2749063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82174-6378-BD04-6ABA-604C802DF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2A6FF-7D5A-9F1D-3510-C4FD6620C69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Any Questions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580ED-420B-1DD7-7C13-2DC7794D8E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15988"/>
            <a:ext cx="8229600" cy="801687"/>
          </a:xfrm>
        </p:spPr>
        <p:txBody>
          <a:bodyPr/>
          <a:lstStyle/>
          <a:p>
            <a:r>
              <a:rPr lang="en-GB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65196333"/>
      </p:ext>
    </p:extLst>
  </p:cSld>
  <p:clrMapOvr>
    <a:masterClrMapping/>
  </p:clrMapOvr>
</p:sld>
</file>

<file path=ppt/theme/theme1.xml><?xml version="1.0" encoding="utf-8"?>
<a:theme xmlns:a="http://schemas.openxmlformats.org/drawingml/2006/main" name="LU_2015">
  <a:themeElements>
    <a:clrScheme name="Custom 10">
      <a:dk1>
        <a:srgbClr val="6F3092"/>
      </a:dk1>
      <a:lt1>
        <a:srgbClr val="FFFFFF"/>
      </a:lt1>
      <a:dk2>
        <a:srgbClr val="361163"/>
      </a:dk2>
      <a:lt2>
        <a:srgbClr val="CBCECE"/>
      </a:lt2>
      <a:accent1>
        <a:srgbClr val="6F3092"/>
      </a:accent1>
      <a:accent2>
        <a:srgbClr val="B70062"/>
      </a:accent2>
      <a:accent3>
        <a:srgbClr val="ED2482"/>
      </a:accent3>
      <a:accent4>
        <a:srgbClr val="D02F8C"/>
      </a:accent4>
      <a:accent5>
        <a:srgbClr val="ED2482"/>
      </a:accent5>
      <a:accent6>
        <a:srgbClr val="F26A38"/>
      </a:accent6>
      <a:hlink>
        <a:srgbClr val="8C8C8D"/>
      </a:hlink>
      <a:folHlink>
        <a:srgbClr val="525E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LU_2015.thmx</Template>
  <TotalTime>34858</TotalTime>
  <Words>385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LU_2015</vt:lpstr>
      <vt:lpstr>PowerPoint Presentation</vt:lpstr>
      <vt:lpstr>Ethics Week 9 –  LeAdership</vt:lpstr>
      <vt:lpstr>Hands Up (Week 9)</vt:lpstr>
      <vt:lpstr>Leadership</vt:lpstr>
      <vt:lpstr>Self Assessment and Reflection</vt:lpstr>
      <vt:lpstr>PowerPoint Presentation</vt:lpstr>
      <vt:lpstr>Self Assessment and Reflection</vt:lpstr>
      <vt:lpstr>Pair-Mentoring</vt:lpstr>
      <vt:lpstr>Self Assessment and Reflection</vt:lpstr>
      <vt:lpstr>Any Questions?</vt:lpstr>
    </vt:vector>
  </TitlesOfParts>
  <Company>Loughborough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Loughborough</dc:title>
  <dc:creator>clearlyandrew@gmail.com</dc:creator>
  <cp:lastModifiedBy>Andrew Peck</cp:lastModifiedBy>
  <cp:revision>105</cp:revision>
  <cp:lastPrinted>2025-12-02T09:23:17Z</cp:lastPrinted>
  <dcterms:created xsi:type="dcterms:W3CDTF">2015-08-20T15:34:37Z</dcterms:created>
  <dcterms:modified xsi:type="dcterms:W3CDTF">2026-04-24T13:50:31Z</dcterms:modified>
</cp:coreProperties>
</file>